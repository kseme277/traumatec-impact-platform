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1" r:id="rId7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94660"/>
  </p:normalViewPr>
  <p:slideViewPr>
    <p:cSldViewPr>
      <p:cViewPr varScale="1">
        <p:scale>
          <a:sx n="79" d="100"/>
          <a:sy n="79" d="100"/>
        </p:scale>
        <p:origin x="160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0886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472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699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0150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7716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222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C368901-88BB-4C9B-97F0-9FEBCBFBBE07}" type="datetimeFigureOut">
              <a:rPr lang="de-CH" smtClean="0"/>
              <a:t>12.01.2020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05694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3603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03414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4381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6741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0CFAC2-BA83-4580-9075-9F2A854D23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34"/>
          <a:stretch/>
        </p:blipFill>
        <p:spPr>
          <a:xfrm>
            <a:off x="102622" y="6376243"/>
            <a:ext cx="43693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62543-965A-4FAF-812B-6A1DC9BE2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69484"/>
            <a:ext cx="4797629" cy="147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63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0ECAB-B4FA-42AB-9F72-97989914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91F2-665A-473F-AF10-CCAFB49A1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C2F40EF-26B0-43FF-B40C-3F8E83643EF5}"/>
              </a:ext>
            </a:extLst>
          </p:cNvPr>
          <p:cNvSpPr txBox="1">
            <a:spLocks/>
          </p:cNvSpPr>
          <p:nvPr/>
        </p:nvSpPr>
        <p:spPr>
          <a:xfrm>
            <a:off x="6365304" y="64533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CBF4F6-24AA-4CF9-9655-3AE2B25D58F2}" type="slidenum">
              <a:rPr lang="en-US" sz="900" smtClean="0">
                <a:solidFill>
                  <a:schemeClr val="tx1"/>
                </a:solidFill>
                <a:latin typeface="+mn-lt"/>
              </a:rPr>
              <a:pPr/>
              <a:t>2</a:t>
            </a:fld>
            <a:endParaRPr lang="en-US" sz="9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1577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0ECAB-B4FA-42AB-9F72-97989914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91F2-665A-473F-AF10-CCAFB49A1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C2F40EF-26B0-43FF-B40C-3F8E83643EF5}"/>
              </a:ext>
            </a:extLst>
          </p:cNvPr>
          <p:cNvSpPr txBox="1">
            <a:spLocks/>
          </p:cNvSpPr>
          <p:nvPr/>
        </p:nvSpPr>
        <p:spPr>
          <a:xfrm>
            <a:off x="6365304" y="64533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CBF4F6-24AA-4CF9-9655-3AE2B25D58F2}" type="slidenum">
              <a:rPr lang="en-US" sz="900" smtClean="0">
                <a:solidFill>
                  <a:schemeClr val="tx1"/>
                </a:solidFill>
                <a:latin typeface="+mn-lt"/>
              </a:rPr>
              <a:pPr/>
              <a:t>3</a:t>
            </a:fld>
            <a:endParaRPr lang="en-US" sz="9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7222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0ECAB-B4FA-42AB-9F72-97989914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91F2-665A-473F-AF10-CCAFB49A1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C2F40EF-26B0-43FF-B40C-3F8E83643EF5}"/>
              </a:ext>
            </a:extLst>
          </p:cNvPr>
          <p:cNvSpPr txBox="1">
            <a:spLocks/>
          </p:cNvSpPr>
          <p:nvPr/>
        </p:nvSpPr>
        <p:spPr>
          <a:xfrm>
            <a:off x="6365304" y="64533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CBF4F6-24AA-4CF9-9655-3AE2B25D58F2}" type="slidenum">
              <a:rPr lang="en-US" sz="900" smtClean="0">
                <a:solidFill>
                  <a:schemeClr val="tx1"/>
                </a:solidFill>
                <a:latin typeface="+mn-lt"/>
              </a:rPr>
              <a:pPr/>
              <a:t>4</a:t>
            </a:fld>
            <a:endParaRPr lang="en-US" sz="9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613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0ECAB-B4FA-42AB-9F72-97989914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91F2-665A-473F-AF10-CCAFB49A1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C2F40EF-26B0-43FF-B40C-3F8E83643EF5}"/>
              </a:ext>
            </a:extLst>
          </p:cNvPr>
          <p:cNvSpPr txBox="1">
            <a:spLocks/>
          </p:cNvSpPr>
          <p:nvPr/>
        </p:nvSpPr>
        <p:spPr>
          <a:xfrm>
            <a:off x="6365304" y="64533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CBF4F6-24AA-4CF9-9655-3AE2B25D58F2}" type="slidenum">
              <a:rPr lang="en-US" sz="900" smtClean="0">
                <a:solidFill>
                  <a:schemeClr val="tx1"/>
                </a:solidFill>
                <a:latin typeface="+mn-lt"/>
              </a:rPr>
              <a:pPr/>
              <a:t>5</a:t>
            </a:fld>
            <a:endParaRPr lang="en-US" sz="9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404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5BCCA7-FFBA-405A-BBE1-BA3A5E5AC68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D08F019-022D-4B6D-80FE-BD62F075772E}"/>
              </a:ext>
            </a:extLst>
          </p:cNvPr>
          <p:cNvSpPr txBox="1">
            <a:spLocks/>
          </p:cNvSpPr>
          <p:nvPr/>
        </p:nvSpPr>
        <p:spPr>
          <a:xfrm>
            <a:off x="6365304" y="64533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CBF4F6-24AA-4CF9-9655-3AE2B25D58F2}" type="slidenum">
              <a:rPr lang="en-US" sz="900" smtClean="0">
                <a:solidFill>
                  <a:schemeClr val="tx1"/>
                </a:solidFill>
                <a:latin typeface="+mn-lt"/>
              </a:rPr>
              <a:pPr/>
              <a:t>6</a:t>
            </a:fld>
            <a:endParaRPr lang="en-US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3A1432-1ECA-4E3D-B512-2841BDF1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chemeClr val="bg1"/>
                </a:solidFill>
              </a:rPr>
              <a:t>Title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09719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aof_colors_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9529B"/>
      </a:accent1>
      <a:accent2>
        <a:srgbClr val="F08A00"/>
      </a:accent2>
      <a:accent3>
        <a:srgbClr val="83D0F0"/>
      </a:accent3>
      <a:accent4>
        <a:srgbClr val="B6C600"/>
      </a:accent4>
      <a:accent5>
        <a:srgbClr val="747476"/>
      </a:accent5>
      <a:accent6>
        <a:srgbClr val="FFD91A"/>
      </a:accent6>
      <a:hlink>
        <a:srgbClr val="29529B"/>
      </a:hlink>
      <a:folHlink>
        <a:srgbClr val="29529B"/>
      </a:folHlink>
    </a:clrScheme>
    <a:fontScheme name="aof_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D867FCE-DB71-4DA8-8B9A-21BA7DA43ADF}" vid="{818BE0A8-0ACF-4CDA-A45B-885CD0558E0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6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Title</vt:lpstr>
    </vt:vector>
  </TitlesOfParts>
  <Company>AO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Claude Martin jr.</dc:creator>
  <cp:lastModifiedBy>Polly Buehler</cp:lastModifiedBy>
  <cp:revision>7</cp:revision>
  <dcterms:created xsi:type="dcterms:W3CDTF">2020-01-12T08:01:26Z</dcterms:created>
  <dcterms:modified xsi:type="dcterms:W3CDTF">2020-01-12T21:48:50Z</dcterms:modified>
</cp:coreProperties>
</file>