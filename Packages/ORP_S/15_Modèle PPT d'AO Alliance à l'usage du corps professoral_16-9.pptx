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81" r:id="rId6"/>
    <p:sldId id="303" r:id="rId7"/>
    <p:sldId id="304" r:id="rId8"/>
    <p:sldId id="305" r:id="rId9"/>
    <p:sldId id="295" r:id="rId10"/>
    <p:sldId id="306" r:id="rId11"/>
    <p:sldId id="307" r:id="rId12"/>
    <p:sldId id="308" r:id="rId13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/>
    <p:restoredTop sz="94668"/>
  </p:normalViewPr>
  <p:slideViewPr>
    <p:cSldViewPr snapToGrid="0">
      <p:cViewPr varScale="1">
        <p:scale>
          <a:sx n="121" d="100"/>
          <a:sy n="121" d="100"/>
        </p:scale>
        <p:origin x="2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gela Weber" userId="81dd5fce-6780-40f7-9d6c-4b04c15cc28d" providerId="ADAL" clId="{6C320BEC-32A5-48CE-9BC5-AEC5DBFA5398}"/>
    <pc:docChg chg="undo custSel addSld delSld modSld sldOrd">
      <pc:chgData name="Angela Weber" userId="81dd5fce-6780-40f7-9d6c-4b04c15cc28d" providerId="ADAL" clId="{6C320BEC-32A5-48CE-9BC5-AEC5DBFA5398}" dt="2025-04-01T05:26:57.190" v="75" actId="2890"/>
      <pc:docMkLst>
        <pc:docMk/>
      </pc:docMkLst>
      <pc:sldChg chg="modSp mod">
        <pc:chgData name="Angela Weber" userId="81dd5fce-6780-40f7-9d6c-4b04c15cc28d" providerId="ADAL" clId="{6C320BEC-32A5-48CE-9BC5-AEC5DBFA5398}" dt="2025-04-01T05:25:36.072" v="17" actId="20577"/>
        <pc:sldMkLst>
          <pc:docMk/>
          <pc:sldMk cId="2330736103" sldId="256"/>
        </pc:sldMkLst>
        <pc:spChg chg="mod">
          <ac:chgData name="Angela Weber" userId="81dd5fce-6780-40f7-9d6c-4b04c15cc28d" providerId="ADAL" clId="{6C320BEC-32A5-48CE-9BC5-AEC5DBFA5398}" dt="2025-04-01T05:25:36.072" v="17" actId="20577"/>
          <ac:spMkLst>
            <pc:docMk/>
            <pc:sldMk cId="2330736103" sldId="256"/>
            <ac:spMk id="5" creationId="{99E4B91E-0972-968F-DF8F-608053B46134}"/>
          </ac:spMkLst>
        </pc:spChg>
      </pc:sldChg>
      <pc:sldChg chg="del">
        <pc:chgData name="Angela Weber" userId="81dd5fce-6780-40f7-9d6c-4b04c15cc28d" providerId="ADAL" clId="{6C320BEC-32A5-48CE-9BC5-AEC5DBFA5398}" dt="2025-04-01T05:25:41.845" v="18" actId="47"/>
        <pc:sldMkLst>
          <pc:docMk/>
          <pc:sldMk cId="171600671" sldId="257"/>
        </pc:sldMkLst>
      </pc:sldChg>
      <pc:sldChg chg="del">
        <pc:chgData name="Angela Weber" userId="81dd5fce-6780-40f7-9d6c-4b04c15cc28d" providerId="ADAL" clId="{6C320BEC-32A5-48CE-9BC5-AEC5DBFA5398}" dt="2025-04-01T05:25:41.845" v="18" actId="47"/>
        <pc:sldMkLst>
          <pc:docMk/>
          <pc:sldMk cId="2218727337" sldId="258"/>
        </pc:sldMkLst>
      </pc:sldChg>
      <pc:sldChg chg="del">
        <pc:chgData name="Angela Weber" userId="81dd5fce-6780-40f7-9d6c-4b04c15cc28d" providerId="ADAL" clId="{6C320BEC-32A5-48CE-9BC5-AEC5DBFA5398}" dt="2025-04-01T05:25:41.845" v="18" actId="47"/>
        <pc:sldMkLst>
          <pc:docMk/>
          <pc:sldMk cId="2340577541" sldId="261"/>
        </pc:sldMkLst>
      </pc:sldChg>
      <pc:sldChg chg="del">
        <pc:chgData name="Angela Weber" userId="81dd5fce-6780-40f7-9d6c-4b04c15cc28d" providerId="ADAL" clId="{6C320BEC-32A5-48CE-9BC5-AEC5DBFA5398}" dt="2025-04-01T05:25:41.845" v="18" actId="47"/>
        <pc:sldMkLst>
          <pc:docMk/>
          <pc:sldMk cId="434993357" sldId="263"/>
        </pc:sldMkLst>
      </pc:sldChg>
      <pc:sldChg chg="del">
        <pc:chgData name="Angela Weber" userId="81dd5fce-6780-40f7-9d6c-4b04c15cc28d" providerId="ADAL" clId="{6C320BEC-32A5-48CE-9BC5-AEC5DBFA5398}" dt="2025-04-01T05:25:48.183" v="20" actId="47"/>
        <pc:sldMkLst>
          <pc:docMk/>
          <pc:sldMk cId="1838052236" sldId="264"/>
        </pc:sldMkLst>
      </pc:sldChg>
      <pc:sldChg chg="del">
        <pc:chgData name="Angela Weber" userId="81dd5fce-6780-40f7-9d6c-4b04c15cc28d" providerId="ADAL" clId="{6C320BEC-32A5-48CE-9BC5-AEC5DBFA5398}" dt="2025-04-01T05:25:41.845" v="18" actId="47"/>
        <pc:sldMkLst>
          <pc:docMk/>
          <pc:sldMk cId="100569115" sldId="268"/>
        </pc:sldMkLst>
      </pc:sldChg>
      <pc:sldChg chg="del">
        <pc:chgData name="Angela Weber" userId="81dd5fce-6780-40f7-9d6c-4b04c15cc28d" providerId="ADAL" clId="{6C320BEC-32A5-48CE-9BC5-AEC5DBFA5398}" dt="2025-04-01T05:25:45.453" v="19" actId="47"/>
        <pc:sldMkLst>
          <pc:docMk/>
          <pc:sldMk cId="2847900811" sldId="269"/>
        </pc:sldMkLst>
      </pc:sldChg>
      <pc:sldChg chg="del">
        <pc:chgData name="Angela Weber" userId="81dd5fce-6780-40f7-9d6c-4b04c15cc28d" providerId="ADAL" clId="{6C320BEC-32A5-48CE-9BC5-AEC5DBFA5398}" dt="2025-04-01T05:25:50.697" v="21" actId="47"/>
        <pc:sldMkLst>
          <pc:docMk/>
          <pc:sldMk cId="1328904619" sldId="270"/>
        </pc:sldMkLst>
      </pc:sldChg>
      <pc:sldChg chg="del">
        <pc:chgData name="Angela Weber" userId="81dd5fce-6780-40f7-9d6c-4b04c15cc28d" providerId="ADAL" clId="{6C320BEC-32A5-48CE-9BC5-AEC5DBFA5398}" dt="2025-04-01T05:25:45.453" v="19" actId="47"/>
        <pc:sldMkLst>
          <pc:docMk/>
          <pc:sldMk cId="1367909479" sldId="271"/>
        </pc:sldMkLst>
      </pc:sldChg>
      <pc:sldChg chg="del">
        <pc:chgData name="Angela Weber" userId="81dd5fce-6780-40f7-9d6c-4b04c15cc28d" providerId="ADAL" clId="{6C320BEC-32A5-48CE-9BC5-AEC5DBFA5398}" dt="2025-04-01T05:25:45.453" v="19" actId="47"/>
        <pc:sldMkLst>
          <pc:docMk/>
          <pc:sldMk cId="2481219641" sldId="272"/>
        </pc:sldMkLst>
      </pc:sldChg>
      <pc:sldChg chg="del">
        <pc:chgData name="Angela Weber" userId="81dd5fce-6780-40f7-9d6c-4b04c15cc28d" providerId="ADAL" clId="{6C320BEC-32A5-48CE-9BC5-AEC5DBFA5398}" dt="2025-04-01T05:25:48.183" v="20" actId="47"/>
        <pc:sldMkLst>
          <pc:docMk/>
          <pc:sldMk cId="150706042" sldId="273"/>
        </pc:sldMkLst>
      </pc:sldChg>
      <pc:sldChg chg="del">
        <pc:chgData name="Angela Weber" userId="81dd5fce-6780-40f7-9d6c-4b04c15cc28d" providerId="ADAL" clId="{6C320BEC-32A5-48CE-9BC5-AEC5DBFA5398}" dt="2025-04-01T05:25:45.453" v="19" actId="47"/>
        <pc:sldMkLst>
          <pc:docMk/>
          <pc:sldMk cId="3738237590" sldId="274"/>
        </pc:sldMkLst>
      </pc:sldChg>
      <pc:sldChg chg="del">
        <pc:chgData name="Angela Weber" userId="81dd5fce-6780-40f7-9d6c-4b04c15cc28d" providerId="ADAL" clId="{6C320BEC-32A5-48CE-9BC5-AEC5DBFA5398}" dt="2025-04-01T05:25:48.183" v="20" actId="47"/>
        <pc:sldMkLst>
          <pc:docMk/>
          <pc:sldMk cId="1408657593" sldId="275"/>
        </pc:sldMkLst>
      </pc:sldChg>
      <pc:sldChg chg="del">
        <pc:chgData name="Angela Weber" userId="81dd5fce-6780-40f7-9d6c-4b04c15cc28d" providerId="ADAL" clId="{6C320BEC-32A5-48CE-9BC5-AEC5DBFA5398}" dt="2025-04-01T05:25:48.183" v="20" actId="47"/>
        <pc:sldMkLst>
          <pc:docMk/>
          <pc:sldMk cId="4168537221" sldId="276"/>
        </pc:sldMkLst>
      </pc:sldChg>
      <pc:sldChg chg="del">
        <pc:chgData name="Angela Weber" userId="81dd5fce-6780-40f7-9d6c-4b04c15cc28d" providerId="ADAL" clId="{6C320BEC-32A5-48CE-9BC5-AEC5DBFA5398}" dt="2025-04-01T05:25:45.453" v="19" actId="47"/>
        <pc:sldMkLst>
          <pc:docMk/>
          <pc:sldMk cId="2158008127" sldId="277"/>
        </pc:sldMkLst>
      </pc:sldChg>
      <pc:sldChg chg="del">
        <pc:chgData name="Angela Weber" userId="81dd5fce-6780-40f7-9d6c-4b04c15cc28d" providerId="ADAL" clId="{6C320BEC-32A5-48CE-9BC5-AEC5DBFA5398}" dt="2025-04-01T05:25:48.183" v="20" actId="47"/>
        <pc:sldMkLst>
          <pc:docMk/>
          <pc:sldMk cId="807125270" sldId="278"/>
        </pc:sldMkLst>
      </pc:sldChg>
      <pc:sldChg chg="del">
        <pc:chgData name="Angela Weber" userId="81dd5fce-6780-40f7-9d6c-4b04c15cc28d" providerId="ADAL" clId="{6C320BEC-32A5-48CE-9BC5-AEC5DBFA5398}" dt="2025-04-01T05:25:50.697" v="21" actId="47"/>
        <pc:sldMkLst>
          <pc:docMk/>
          <pc:sldMk cId="2063526206" sldId="279"/>
        </pc:sldMkLst>
      </pc:sldChg>
      <pc:sldChg chg="del">
        <pc:chgData name="Angela Weber" userId="81dd5fce-6780-40f7-9d6c-4b04c15cc28d" providerId="ADAL" clId="{6C320BEC-32A5-48CE-9BC5-AEC5DBFA5398}" dt="2025-04-01T05:26:05.998" v="29" actId="47"/>
        <pc:sldMkLst>
          <pc:docMk/>
          <pc:sldMk cId="817975574" sldId="280"/>
        </pc:sldMkLst>
      </pc:sldChg>
      <pc:sldChg chg="ord">
        <pc:chgData name="Angela Weber" userId="81dd5fce-6780-40f7-9d6c-4b04c15cc28d" providerId="ADAL" clId="{6C320BEC-32A5-48CE-9BC5-AEC5DBFA5398}" dt="2025-04-01T05:26:09.506" v="33"/>
        <pc:sldMkLst>
          <pc:docMk/>
          <pc:sldMk cId="865240967" sldId="281"/>
        </pc:sldMkLst>
      </pc:sldChg>
      <pc:sldChg chg="del">
        <pc:chgData name="Angela Weber" userId="81dd5fce-6780-40f7-9d6c-4b04c15cc28d" providerId="ADAL" clId="{6C320BEC-32A5-48CE-9BC5-AEC5DBFA5398}" dt="2025-04-01T05:25:50.697" v="21" actId="47"/>
        <pc:sldMkLst>
          <pc:docMk/>
          <pc:sldMk cId="3042913979" sldId="282"/>
        </pc:sldMkLst>
      </pc:sldChg>
      <pc:sldChg chg="del">
        <pc:chgData name="Angela Weber" userId="81dd5fce-6780-40f7-9d6c-4b04c15cc28d" providerId="ADAL" clId="{6C320BEC-32A5-48CE-9BC5-AEC5DBFA5398}" dt="2025-04-01T05:25:50.697" v="21" actId="47"/>
        <pc:sldMkLst>
          <pc:docMk/>
          <pc:sldMk cId="85730958" sldId="283"/>
        </pc:sldMkLst>
      </pc:sldChg>
      <pc:sldChg chg="del">
        <pc:chgData name="Angela Weber" userId="81dd5fce-6780-40f7-9d6c-4b04c15cc28d" providerId="ADAL" clId="{6C320BEC-32A5-48CE-9BC5-AEC5DBFA5398}" dt="2025-04-01T05:26:52.366" v="72" actId="47"/>
        <pc:sldMkLst>
          <pc:docMk/>
          <pc:sldMk cId="603849018" sldId="284"/>
        </pc:sldMkLst>
      </pc:sldChg>
      <pc:sldChg chg="del">
        <pc:chgData name="Angela Weber" userId="81dd5fce-6780-40f7-9d6c-4b04c15cc28d" providerId="ADAL" clId="{6C320BEC-32A5-48CE-9BC5-AEC5DBFA5398}" dt="2025-04-01T05:25:53.284" v="22" actId="47"/>
        <pc:sldMkLst>
          <pc:docMk/>
          <pc:sldMk cId="4188982677" sldId="285"/>
        </pc:sldMkLst>
      </pc:sldChg>
      <pc:sldChg chg="del">
        <pc:chgData name="Angela Weber" userId="81dd5fce-6780-40f7-9d6c-4b04c15cc28d" providerId="ADAL" clId="{6C320BEC-32A5-48CE-9BC5-AEC5DBFA5398}" dt="2025-04-01T05:25:53.284" v="22" actId="47"/>
        <pc:sldMkLst>
          <pc:docMk/>
          <pc:sldMk cId="3209419688" sldId="286"/>
        </pc:sldMkLst>
      </pc:sldChg>
      <pc:sldChg chg="del">
        <pc:chgData name="Angela Weber" userId="81dd5fce-6780-40f7-9d6c-4b04c15cc28d" providerId="ADAL" clId="{6C320BEC-32A5-48CE-9BC5-AEC5DBFA5398}" dt="2025-04-01T05:25:53.284" v="22" actId="47"/>
        <pc:sldMkLst>
          <pc:docMk/>
          <pc:sldMk cId="691219436" sldId="287"/>
        </pc:sldMkLst>
      </pc:sldChg>
      <pc:sldChg chg="del">
        <pc:chgData name="Angela Weber" userId="81dd5fce-6780-40f7-9d6c-4b04c15cc28d" providerId="ADAL" clId="{6C320BEC-32A5-48CE-9BC5-AEC5DBFA5398}" dt="2025-04-01T05:26:07.463" v="31" actId="47"/>
        <pc:sldMkLst>
          <pc:docMk/>
          <pc:sldMk cId="3307424328" sldId="288"/>
        </pc:sldMkLst>
      </pc:sldChg>
      <pc:sldChg chg="del">
        <pc:chgData name="Angela Weber" userId="81dd5fce-6780-40f7-9d6c-4b04c15cc28d" providerId="ADAL" clId="{6C320BEC-32A5-48CE-9BC5-AEC5DBFA5398}" dt="2025-04-01T05:26:06.729" v="30" actId="47"/>
        <pc:sldMkLst>
          <pc:docMk/>
          <pc:sldMk cId="1905404522" sldId="289"/>
        </pc:sldMkLst>
      </pc:sldChg>
      <pc:sldChg chg="del">
        <pc:chgData name="Angela Weber" userId="81dd5fce-6780-40f7-9d6c-4b04c15cc28d" providerId="ADAL" clId="{6C320BEC-32A5-48CE-9BC5-AEC5DBFA5398}" dt="2025-04-01T05:25:50.697" v="21" actId="47"/>
        <pc:sldMkLst>
          <pc:docMk/>
          <pc:sldMk cId="1197845895" sldId="290"/>
        </pc:sldMkLst>
      </pc:sldChg>
      <pc:sldChg chg="del">
        <pc:chgData name="Angela Weber" userId="81dd5fce-6780-40f7-9d6c-4b04c15cc28d" providerId="ADAL" clId="{6C320BEC-32A5-48CE-9BC5-AEC5DBFA5398}" dt="2025-04-01T05:25:53.284" v="22" actId="47"/>
        <pc:sldMkLst>
          <pc:docMk/>
          <pc:sldMk cId="2379589821" sldId="291"/>
        </pc:sldMkLst>
      </pc:sldChg>
      <pc:sldChg chg="del">
        <pc:chgData name="Angela Weber" userId="81dd5fce-6780-40f7-9d6c-4b04c15cc28d" providerId="ADAL" clId="{6C320BEC-32A5-48CE-9BC5-AEC5DBFA5398}" dt="2025-04-01T05:25:53.284" v="22" actId="47"/>
        <pc:sldMkLst>
          <pc:docMk/>
          <pc:sldMk cId="2337590018" sldId="292"/>
        </pc:sldMkLst>
      </pc:sldChg>
      <pc:sldChg chg="del">
        <pc:chgData name="Angela Weber" userId="81dd5fce-6780-40f7-9d6c-4b04c15cc28d" providerId="ADAL" clId="{6C320BEC-32A5-48CE-9BC5-AEC5DBFA5398}" dt="2025-04-01T05:26:05.281" v="28" actId="47"/>
        <pc:sldMkLst>
          <pc:docMk/>
          <pc:sldMk cId="110397273" sldId="293"/>
        </pc:sldMkLst>
      </pc:sldChg>
      <pc:sldChg chg="del">
        <pc:chgData name="Angela Weber" userId="81dd5fce-6780-40f7-9d6c-4b04c15cc28d" providerId="ADAL" clId="{6C320BEC-32A5-48CE-9BC5-AEC5DBFA5398}" dt="2025-04-01T05:25:59.013" v="23" actId="47"/>
        <pc:sldMkLst>
          <pc:docMk/>
          <pc:sldMk cId="3044328963" sldId="294"/>
        </pc:sldMkLst>
      </pc:sldChg>
      <pc:sldChg chg="modSp add del mod">
        <pc:chgData name="Angela Weber" userId="81dd5fce-6780-40f7-9d6c-4b04c15cc28d" providerId="ADAL" clId="{6C320BEC-32A5-48CE-9BC5-AEC5DBFA5398}" dt="2025-04-01T05:26:47.846" v="70" actId="114"/>
        <pc:sldMkLst>
          <pc:docMk/>
          <pc:sldMk cId="4097578912" sldId="295"/>
        </pc:sldMkLst>
        <pc:spChg chg="mod">
          <ac:chgData name="Angela Weber" userId="81dd5fce-6780-40f7-9d6c-4b04c15cc28d" providerId="ADAL" clId="{6C320BEC-32A5-48CE-9BC5-AEC5DBFA5398}" dt="2025-04-01T05:26:47.846" v="70" actId="114"/>
          <ac:spMkLst>
            <pc:docMk/>
            <pc:sldMk cId="4097578912" sldId="295"/>
            <ac:spMk id="3" creationId="{3825DBAE-0B4E-C6AB-439F-E1E464DC9A0C}"/>
          </ac:spMkLst>
        </pc:spChg>
      </pc:sldChg>
      <pc:sldChg chg="add del">
        <pc:chgData name="Angela Weber" userId="81dd5fce-6780-40f7-9d6c-4b04c15cc28d" providerId="ADAL" clId="{6C320BEC-32A5-48CE-9BC5-AEC5DBFA5398}" dt="2025-04-01T05:26:51.358" v="71" actId="47"/>
        <pc:sldMkLst>
          <pc:docMk/>
          <pc:sldMk cId="891373070" sldId="296"/>
        </pc:sldMkLst>
      </pc:sldChg>
      <pc:sldChg chg="add">
        <pc:chgData name="Angela Weber" userId="81dd5fce-6780-40f7-9d6c-4b04c15cc28d" providerId="ADAL" clId="{6C320BEC-32A5-48CE-9BC5-AEC5DBFA5398}" dt="2025-04-01T05:26:10.890" v="34" actId="2890"/>
        <pc:sldMkLst>
          <pc:docMk/>
          <pc:sldMk cId="275173256" sldId="297"/>
        </pc:sldMkLst>
      </pc:sldChg>
      <pc:sldChg chg="add">
        <pc:chgData name="Angela Weber" userId="81dd5fce-6780-40f7-9d6c-4b04c15cc28d" providerId="ADAL" clId="{6C320BEC-32A5-48CE-9BC5-AEC5DBFA5398}" dt="2025-04-01T05:26:11.018" v="35" actId="2890"/>
        <pc:sldMkLst>
          <pc:docMk/>
          <pc:sldMk cId="1600690230" sldId="298"/>
        </pc:sldMkLst>
      </pc:sldChg>
      <pc:sldChg chg="add">
        <pc:chgData name="Angela Weber" userId="81dd5fce-6780-40f7-9d6c-4b04c15cc28d" providerId="ADAL" clId="{6C320BEC-32A5-48CE-9BC5-AEC5DBFA5398}" dt="2025-04-01T05:26:11.199" v="36" actId="2890"/>
        <pc:sldMkLst>
          <pc:docMk/>
          <pc:sldMk cId="337212551" sldId="299"/>
        </pc:sldMkLst>
      </pc:sldChg>
      <pc:sldChg chg="add">
        <pc:chgData name="Angela Weber" userId="81dd5fce-6780-40f7-9d6c-4b04c15cc28d" providerId="ADAL" clId="{6C320BEC-32A5-48CE-9BC5-AEC5DBFA5398}" dt="2025-04-01T05:26:54.535" v="73" actId="2890"/>
        <pc:sldMkLst>
          <pc:docMk/>
          <pc:sldMk cId="257009414" sldId="300"/>
        </pc:sldMkLst>
      </pc:sldChg>
      <pc:sldChg chg="add">
        <pc:chgData name="Angela Weber" userId="81dd5fce-6780-40f7-9d6c-4b04c15cc28d" providerId="ADAL" clId="{6C320BEC-32A5-48CE-9BC5-AEC5DBFA5398}" dt="2025-04-01T05:26:54.745" v="74" actId="2890"/>
        <pc:sldMkLst>
          <pc:docMk/>
          <pc:sldMk cId="200155808" sldId="301"/>
        </pc:sldMkLst>
      </pc:sldChg>
      <pc:sldChg chg="add">
        <pc:chgData name="Angela Weber" userId="81dd5fce-6780-40f7-9d6c-4b04c15cc28d" providerId="ADAL" clId="{6C320BEC-32A5-48CE-9BC5-AEC5DBFA5398}" dt="2025-04-01T05:26:57.190" v="75" actId="2890"/>
        <pc:sldMkLst>
          <pc:docMk/>
          <pc:sldMk cId="3526769662" sldId="302"/>
        </pc:sldMkLst>
      </pc:sldChg>
    </pc:docChg>
  </pc:docChgLst>
  <pc:docChgLst>
    <pc:chgData name="Angela Weber" userId="81dd5fce-6780-40f7-9d6c-4b04c15cc28d" providerId="ADAL" clId="{920785BB-C3B0-47E5-82C7-3F47FDE0A4B5}"/>
    <pc:docChg chg="undo custSel addSld delSld modSld sldOrd">
      <pc:chgData name="Angela Weber" userId="81dd5fce-6780-40f7-9d6c-4b04c15cc28d" providerId="ADAL" clId="{920785BB-C3B0-47E5-82C7-3F47FDE0A4B5}" dt="2025-04-01T05:24:46.455" v="2186" actId="20577"/>
      <pc:docMkLst>
        <pc:docMk/>
      </pc:docMkLst>
      <pc:sldChg chg="addSp delSp modSp mod modNotesTx">
        <pc:chgData name="Angela Weber" userId="81dd5fce-6780-40f7-9d6c-4b04c15cc28d" providerId="ADAL" clId="{920785BB-C3B0-47E5-82C7-3F47FDE0A4B5}" dt="2025-03-31T07:42:04.647" v="120"/>
        <pc:sldMkLst>
          <pc:docMk/>
          <pc:sldMk cId="2330736103" sldId="256"/>
        </pc:sldMkLst>
        <pc:spChg chg="add mod">
          <ac:chgData name="Angela Weber" userId="81dd5fce-6780-40f7-9d6c-4b04c15cc28d" providerId="ADAL" clId="{920785BB-C3B0-47E5-82C7-3F47FDE0A4B5}" dt="2025-03-31T07:41:53.735" v="119" actId="20577"/>
          <ac:spMkLst>
            <pc:docMk/>
            <pc:sldMk cId="2330736103" sldId="256"/>
            <ac:spMk id="5" creationId="{99E4B91E-0972-968F-DF8F-608053B46134}"/>
          </ac:spMkLst>
        </pc:spChg>
        <pc:spChg chg="add mod">
          <ac:chgData name="Angela Weber" userId="81dd5fce-6780-40f7-9d6c-4b04c15cc28d" providerId="ADAL" clId="{920785BB-C3B0-47E5-82C7-3F47FDE0A4B5}" dt="2025-03-31T06:15:16.296" v="13" actId="1076"/>
          <ac:spMkLst>
            <pc:docMk/>
            <pc:sldMk cId="2330736103" sldId="256"/>
            <ac:spMk id="6" creationId="{F744B1C5-ECEE-6118-BD5B-6C4FD888A770}"/>
          </ac:spMkLst>
        </pc:spChg>
        <pc:spChg chg="add mod">
          <ac:chgData name="Angela Weber" userId="81dd5fce-6780-40f7-9d6c-4b04c15cc28d" providerId="ADAL" clId="{920785BB-C3B0-47E5-82C7-3F47FDE0A4B5}" dt="2025-03-31T06:15:29.646" v="14" actId="1076"/>
          <ac:spMkLst>
            <pc:docMk/>
            <pc:sldMk cId="2330736103" sldId="256"/>
            <ac:spMk id="7" creationId="{CD62EA59-8CA7-A127-2FB1-7A7A6F9D0A74}"/>
          </ac:spMkLst>
        </pc:spChg>
        <pc:picChg chg="add mod">
          <ac:chgData name="Angela Weber" userId="81dd5fce-6780-40f7-9d6c-4b04c15cc28d" providerId="ADAL" clId="{920785BB-C3B0-47E5-82C7-3F47FDE0A4B5}" dt="2025-03-31T06:14:02.643" v="6" actId="1076"/>
          <ac:picMkLst>
            <pc:docMk/>
            <pc:sldMk cId="2330736103" sldId="256"/>
            <ac:picMk id="4" creationId="{E216FFEF-4062-BA48-A856-CC1773B7F659}"/>
          </ac:picMkLst>
        </pc:picChg>
      </pc:sldChg>
      <pc:sldChg chg="addSp delSp modSp mod modNotesTx">
        <pc:chgData name="Angela Weber" userId="81dd5fce-6780-40f7-9d6c-4b04c15cc28d" providerId="ADAL" clId="{920785BB-C3B0-47E5-82C7-3F47FDE0A4B5}" dt="2025-03-31T07:43:10.563" v="163"/>
        <pc:sldMkLst>
          <pc:docMk/>
          <pc:sldMk cId="171600671" sldId="257"/>
        </pc:sldMkLst>
      </pc:sldChg>
      <pc:sldChg chg="addSp delSp modSp mod ord">
        <pc:chgData name="Angela Weber" userId="81dd5fce-6780-40f7-9d6c-4b04c15cc28d" providerId="ADAL" clId="{920785BB-C3B0-47E5-82C7-3F47FDE0A4B5}" dt="2025-04-01T05:24:46.455" v="2186" actId="20577"/>
        <pc:sldMkLst>
          <pc:docMk/>
          <pc:sldMk cId="2218727337" sldId="258"/>
        </pc:sldMkLst>
      </pc:sldChg>
      <pc:sldChg chg="del">
        <pc:chgData name="Angela Weber" userId="81dd5fce-6780-40f7-9d6c-4b04c15cc28d" providerId="ADAL" clId="{920785BB-C3B0-47E5-82C7-3F47FDE0A4B5}" dt="2025-03-31T06:18:51.602" v="47" actId="47"/>
        <pc:sldMkLst>
          <pc:docMk/>
          <pc:sldMk cId="906214439" sldId="259"/>
        </pc:sldMkLst>
      </pc:sldChg>
      <pc:sldChg chg="del">
        <pc:chgData name="Angela Weber" userId="81dd5fce-6780-40f7-9d6c-4b04c15cc28d" providerId="ADAL" clId="{920785BB-C3B0-47E5-82C7-3F47FDE0A4B5}" dt="2025-03-31T06:18:52.665" v="48" actId="47"/>
        <pc:sldMkLst>
          <pc:docMk/>
          <pc:sldMk cId="918376582" sldId="260"/>
        </pc:sldMkLst>
      </pc:sldChg>
      <pc:sldChg chg="addSp delSp modSp mod ord">
        <pc:chgData name="Angela Weber" userId="81dd5fce-6780-40f7-9d6c-4b04c15cc28d" providerId="ADAL" clId="{920785BB-C3B0-47E5-82C7-3F47FDE0A4B5}" dt="2025-03-31T07:49:48.668" v="280" actId="478"/>
        <pc:sldMkLst>
          <pc:docMk/>
          <pc:sldMk cId="2340577541" sldId="261"/>
        </pc:sldMkLst>
      </pc:sldChg>
      <pc:sldChg chg="del">
        <pc:chgData name="Angela Weber" userId="81dd5fce-6780-40f7-9d6c-4b04c15cc28d" providerId="ADAL" clId="{920785BB-C3B0-47E5-82C7-3F47FDE0A4B5}" dt="2025-03-31T06:23:42.046" v="65" actId="47"/>
        <pc:sldMkLst>
          <pc:docMk/>
          <pc:sldMk cId="3869565871" sldId="262"/>
        </pc:sldMkLst>
      </pc:sldChg>
      <pc:sldChg chg="addSp modSp add mod modNotesTx">
        <pc:chgData name="Angela Weber" userId="81dd5fce-6780-40f7-9d6c-4b04c15cc28d" providerId="ADAL" clId="{920785BB-C3B0-47E5-82C7-3F47FDE0A4B5}" dt="2025-03-31T07:48:53.567" v="210" actId="20577"/>
        <pc:sldMkLst>
          <pc:docMk/>
          <pc:sldMk cId="434993357" sldId="263"/>
        </pc:sldMkLst>
      </pc:sldChg>
      <pc:sldChg chg="addSp modSp add mod modNotesTx">
        <pc:chgData name="Angela Weber" userId="81dd5fce-6780-40f7-9d6c-4b04c15cc28d" providerId="ADAL" clId="{920785BB-C3B0-47E5-82C7-3F47FDE0A4B5}" dt="2025-03-31T08:06:31.107" v="1092" actId="1076"/>
        <pc:sldMkLst>
          <pc:docMk/>
          <pc:sldMk cId="1838052236" sldId="264"/>
        </pc:sldMkLst>
      </pc:sldChg>
      <pc:sldChg chg="add del">
        <pc:chgData name="Angela Weber" userId="81dd5fce-6780-40f7-9d6c-4b04c15cc28d" providerId="ADAL" clId="{920785BB-C3B0-47E5-82C7-3F47FDE0A4B5}" dt="2025-03-31T06:18:56.973" v="49" actId="47"/>
        <pc:sldMkLst>
          <pc:docMk/>
          <pc:sldMk cId="971669283" sldId="265"/>
        </pc:sldMkLst>
      </pc:sldChg>
      <pc:sldChg chg="add del">
        <pc:chgData name="Angela Weber" userId="81dd5fce-6780-40f7-9d6c-4b04c15cc28d" providerId="ADAL" clId="{920785BB-C3B0-47E5-82C7-3F47FDE0A4B5}" dt="2025-03-31T06:18:57.233" v="50" actId="47"/>
        <pc:sldMkLst>
          <pc:docMk/>
          <pc:sldMk cId="3030795794" sldId="266"/>
        </pc:sldMkLst>
      </pc:sldChg>
      <pc:sldChg chg="add del">
        <pc:chgData name="Angela Weber" userId="81dd5fce-6780-40f7-9d6c-4b04c15cc28d" providerId="ADAL" clId="{920785BB-C3B0-47E5-82C7-3F47FDE0A4B5}" dt="2025-03-31T06:18:58.659" v="51" actId="47"/>
        <pc:sldMkLst>
          <pc:docMk/>
          <pc:sldMk cId="3806720881" sldId="267"/>
        </pc:sldMkLst>
      </pc:sldChg>
      <pc:sldChg chg="addSp delSp modSp add mod ord">
        <pc:chgData name="Angela Weber" userId="81dd5fce-6780-40f7-9d6c-4b04c15cc28d" providerId="ADAL" clId="{920785BB-C3B0-47E5-82C7-3F47FDE0A4B5}" dt="2025-03-31T07:52:34.700" v="368" actId="1076"/>
        <pc:sldMkLst>
          <pc:docMk/>
          <pc:sldMk cId="100569115" sldId="268"/>
        </pc:sldMkLst>
      </pc:sldChg>
      <pc:sldChg chg="addSp delSp modSp add mod ord setBg modNotesTx">
        <pc:chgData name="Angela Weber" userId="81dd5fce-6780-40f7-9d6c-4b04c15cc28d" providerId="ADAL" clId="{920785BB-C3B0-47E5-82C7-3F47FDE0A4B5}" dt="2025-03-31T08:02:06.814" v="781"/>
        <pc:sldMkLst>
          <pc:docMk/>
          <pc:sldMk cId="2847900811" sldId="269"/>
        </pc:sldMkLst>
      </pc:sldChg>
      <pc:sldChg chg="addSp modSp add mod ord modNotesTx">
        <pc:chgData name="Angela Weber" userId="81dd5fce-6780-40f7-9d6c-4b04c15cc28d" providerId="ADAL" clId="{920785BB-C3B0-47E5-82C7-3F47FDE0A4B5}" dt="2025-03-31T09:23:09.740" v="1301" actId="207"/>
        <pc:sldMkLst>
          <pc:docMk/>
          <pc:sldMk cId="1328904619" sldId="270"/>
        </pc:sldMkLst>
      </pc:sldChg>
      <pc:sldChg chg="addSp modSp add mod modNotesTx">
        <pc:chgData name="Angela Weber" userId="81dd5fce-6780-40f7-9d6c-4b04c15cc28d" providerId="ADAL" clId="{920785BB-C3B0-47E5-82C7-3F47FDE0A4B5}" dt="2025-03-31T07:58:00.672" v="602" actId="1076"/>
        <pc:sldMkLst>
          <pc:docMk/>
          <pc:sldMk cId="1367909479" sldId="271"/>
        </pc:sldMkLst>
      </pc:sldChg>
      <pc:sldChg chg="addSp modSp add mod modNotesTx">
        <pc:chgData name="Angela Weber" userId="81dd5fce-6780-40f7-9d6c-4b04c15cc28d" providerId="ADAL" clId="{920785BB-C3B0-47E5-82C7-3F47FDE0A4B5}" dt="2025-03-31T07:59:43.489" v="691" actId="1076"/>
        <pc:sldMkLst>
          <pc:docMk/>
          <pc:sldMk cId="2481219641" sldId="272"/>
        </pc:sldMkLst>
      </pc:sldChg>
      <pc:sldChg chg="addSp delSp modSp add mod modNotesTx">
        <pc:chgData name="Angela Weber" userId="81dd5fce-6780-40f7-9d6c-4b04c15cc28d" providerId="ADAL" clId="{920785BB-C3B0-47E5-82C7-3F47FDE0A4B5}" dt="2025-03-31T08:05:09.386" v="1019" actId="478"/>
        <pc:sldMkLst>
          <pc:docMk/>
          <pc:sldMk cId="150706042" sldId="273"/>
        </pc:sldMkLst>
      </pc:sldChg>
      <pc:sldChg chg="modSp add mod modNotesTx">
        <pc:chgData name="Angela Weber" userId="81dd5fce-6780-40f7-9d6c-4b04c15cc28d" providerId="ADAL" clId="{920785BB-C3B0-47E5-82C7-3F47FDE0A4B5}" dt="2025-03-31T08:00:40.267" v="725" actId="20577"/>
        <pc:sldMkLst>
          <pc:docMk/>
          <pc:sldMk cId="3738237590" sldId="274"/>
        </pc:sldMkLst>
      </pc:sldChg>
      <pc:sldChg chg="addSp modSp add mod modNotesTx">
        <pc:chgData name="Angela Weber" userId="81dd5fce-6780-40f7-9d6c-4b04c15cc28d" providerId="ADAL" clId="{920785BB-C3B0-47E5-82C7-3F47FDE0A4B5}" dt="2025-03-31T08:03:33.348" v="934"/>
        <pc:sldMkLst>
          <pc:docMk/>
          <pc:sldMk cId="1408657593" sldId="275"/>
        </pc:sldMkLst>
      </pc:sldChg>
      <pc:sldChg chg="modSp add mod">
        <pc:chgData name="Angela Weber" userId="81dd5fce-6780-40f7-9d6c-4b04c15cc28d" providerId="ADAL" clId="{920785BB-C3B0-47E5-82C7-3F47FDE0A4B5}" dt="2025-03-31T08:04:15.700" v="981" actId="20577"/>
        <pc:sldMkLst>
          <pc:docMk/>
          <pc:sldMk cId="4168537221" sldId="276"/>
        </pc:sldMkLst>
      </pc:sldChg>
      <pc:sldChg chg="addSp modSp add mod">
        <pc:chgData name="Angela Weber" userId="81dd5fce-6780-40f7-9d6c-4b04c15cc28d" providerId="ADAL" clId="{920785BB-C3B0-47E5-82C7-3F47FDE0A4B5}" dt="2025-03-31T08:02:39.015" v="851" actId="1076"/>
        <pc:sldMkLst>
          <pc:docMk/>
          <pc:sldMk cId="2158008127" sldId="277"/>
        </pc:sldMkLst>
      </pc:sldChg>
      <pc:sldChg chg="addSp modSp add mod">
        <pc:chgData name="Angela Weber" userId="81dd5fce-6780-40f7-9d6c-4b04c15cc28d" providerId="ADAL" clId="{920785BB-C3B0-47E5-82C7-3F47FDE0A4B5}" dt="2025-03-31T08:07:35.152" v="1141" actId="14100"/>
        <pc:sldMkLst>
          <pc:docMk/>
          <pc:sldMk cId="807125270" sldId="278"/>
        </pc:sldMkLst>
      </pc:sldChg>
      <pc:sldChg chg="modSp add mod">
        <pc:chgData name="Angela Weber" userId="81dd5fce-6780-40f7-9d6c-4b04c15cc28d" providerId="ADAL" clId="{920785BB-C3B0-47E5-82C7-3F47FDE0A4B5}" dt="2025-03-31T08:14:29.394" v="1181" actId="2711"/>
        <pc:sldMkLst>
          <pc:docMk/>
          <pc:sldMk cId="2063526206" sldId="279"/>
        </pc:sldMkLst>
      </pc:sldChg>
      <pc:sldChg chg="addSp modSp add mod ord">
        <pc:chgData name="Angela Weber" userId="81dd5fce-6780-40f7-9d6c-4b04c15cc28d" providerId="ADAL" clId="{920785BB-C3B0-47E5-82C7-3F47FDE0A4B5}" dt="2025-03-31T09:46:06.392" v="2119" actId="20577"/>
        <pc:sldMkLst>
          <pc:docMk/>
          <pc:sldMk cId="817975574" sldId="280"/>
        </pc:sldMkLst>
      </pc:sldChg>
      <pc:sldChg chg="add">
        <pc:chgData name="Angela Weber" userId="81dd5fce-6780-40f7-9d6c-4b04c15cc28d" providerId="ADAL" clId="{920785BB-C3B0-47E5-82C7-3F47FDE0A4B5}" dt="2025-03-31T08:05:21.628" v="1023" actId="2890"/>
        <pc:sldMkLst>
          <pc:docMk/>
          <pc:sldMk cId="865240967" sldId="281"/>
        </pc:sldMkLst>
      </pc:sldChg>
      <pc:sldChg chg="addSp modSp add mod ord modNotesTx">
        <pc:chgData name="Angela Weber" userId="81dd5fce-6780-40f7-9d6c-4b04c15cc28d" providerId="ADAL" clId="{920785BB-C3B0-47E5-82C7-3F47FDE0A4B5}" dt="2025-03-31T09:23:17.077" v="1302" actId="207"/>
        <pc:sldMkLst>
          <pc:docMk/>
          <pc:sldMk cId="3042913979" sldId="282"/>
        </pc:sldMkLst>
      </pc:sldChg>
      <pc:sldChg chg="addSp modSp add mod ord modNotesTx">
        <pc:chgData name="Angela Weber" userId="81dd5fce-6780-40f7-9d6c-4b04c15cc28d" providerId="ADAL" clId="{920785BB-C3B0-47E5-82C7-3F47FDE0A4B5}" dt="2025-03-31T09:25:23.408" v="1515" actId="14100"/>
        <pc:sldMkLst>
          <pc:docMk/>
          <pc:sldMk cId="85730958" sldId="283"/>
        </pc:sldMkLst>
      </pc:sldChg>
      <pc:sldChg chg="add ord">
        <pc:chgData name="Angela Weber" userId="81dd5fce-6780-40f7-9d6c-4b04c15cc28d" providerId="ADAL" clId="{920785BB-C3B0-47E5-82C7-3F47FDE0A4B5}" dt="2025-03-31T09:43:29.198" v="2070"/>
        <pc:sldMkLst>
          <pc:docMk/>
          <pc:sldMk cId="603849018" sldId="284"/>
        </pc:sldMkLst>
      </pc:sldChg>
      <pc:sldChg chg="addSp modSp add mod modNotesTx">
        <pc:chgData name="Angela Weber" userId="81dd5fce-6780-40f7-9d6c-4b04c15cc28d" providerId="ADAL" clId="{920785BB-C3B0-47E5-82C7-3F47FDE0A4B5}" dt="2025-03-31T09:28:18.990" v="1575" actId="14100"/>
        <pc:sldMkLst>
          <pc:docMk/>
          <pc:sldMk cId="4188982677" sldId="285"/>
        </pc:sldMkLst>
      </pc:sldChg>
      <pc:sldChg chg="addSp modSp add mod modNotesTx">
        <pc:chgData name="Angela Weber" userId="81dd5fce-6780-40f7-9d6c-4b04c15cc28d" providerId="ADAL" clId="{920785BB-C3B0-47E5-82C7-3F47FDE0A4B5}" dt="2025-03-31T09:37:45.436" v="1776" actId="1076"/>
        <pc:sldMkLst>
          <pc:docMk/>
          <pc:sldMk cId="3209419688" sldId="286"/>
        </pc:sldMkLst>
      </pc:sldChg>
      <pc:sldChg chg="addSp modSp add mod modNotesTx">
        <pc:chgData name="Angela Weber" userId="81dd5fce-6780-40f7-9d6c-4b04c15cc28d" providerId="ADAL" clId="{920785BB-C3B0-47E5-82C7-3F47FDE0A4B5}" dt="2025-03-31T09:39:11.217" v="1828" actId="1076"/>
        <pc:sldMkLst>
          <pc:docMk/>
          <pc:sldMk cId="691219436" sldId="287"/>
        </pc:sldMkLst>
      </pc:sldChg>
      <pc:sldChg chg="addSp modSp add mod modNotesTx">
        <pc:chgData name="Angela Weber" userId="81dd5fce-6780-40f7-9d6c-4b04c15cc28d" providerId="ADAL" clId="{920785BB-C3B0-47E5-82C7-3F47FDE0A4B5}" dt="2025-03-31T09:41:07.002" v="1953" actId="1076"/>
        <pc:sldMkLst>
          <pc:docMk/>
          <pc:sldMk cId="3307424328" sldId="288"/>
        </pc:sldMkLst>
      </pc:sldChg>
      <pc:sldChg chg="addSp modSp add mod">
        <pc:chgData name="Angela Weber" userId="81dd5fce-6780-40f7-9d6c-4b04c15cc28d" providerId="ADAL" clId="{920785BB-C3B0-47E5-82C7-3F47FDE0A4B5}" dt="2025-03-31T09:42:32.243" v="2031" actId="14100"/>
        <pc:sldMkLst>
          <pc:docMk/>
          <pc:sldMk cId="1905404522" sldId="289"/>
        </pc:sldMkLst>
      </pc:sldChg>
      <pc:sldChg chg="addSp delSp modSp add mod">
        <pc:chgData name="Angela Weber" userId="81dd5fce-6780-40f7-9d6c-4b04c15cc28d" providerId="ADAL" clId="{920785BB-C3B0-47E5-82C7-3F47FDE0A4B5}" dt="2025-03-31T09:26:04.087" v="1524" actId="1076"/>
        <pc:sldMkLst>
          <pc:docMk/>
          <pc:sldMk cId="1197845895" sldId="290"/>
        </pc:sldMkLst>
      </pc:sldChg>
      <pc:sldChg chg="addSp modSp add mod modNotesTx">
        <pc:chgData name="Angela Weber" userId="81dd5fce-6780-40f7-9d6c-4b04c15cc28d" providerId="ADAL" clId="{920785BB-C3B0-47E5-82C7-3F47FDE0A4B5}" dt="2025-03-31T09:35:49.437" v="1616" actId="1076"/>
        <pc:sldMkLst>
          <pc:docMk/>
          <pc:sldMk cId="2379589821" sldId="291"/>
        </pc:sldMkLst>
      </pc:sldChg>
      <pc:sldChg chg="addSp delSp modSp add mod">
        <pc:chgData name="Angela Weber" userId="81dd5fce-6780-40f7-9d6c-4b04c15cc28d" providerId="ADAL" clId="{920785BB-C3B0-47E5-82C7-3F47FDE0A4B5}" dt="2025-03-31T09:26:54.432" v="1536" actId="14100"/>
        <pc:sldMkLst>
          <pc:docMk/>
          <pc:sldMk cId="2337590018" sldId="292"/>
        </pc:sldMkLst>
      </pc:sldChg>
      <pc:sldChg chg="addSp delSp modSp add mod">
        <pc:chgData name="Angela Weber" userId="81dd5fce-6780-40f7-9d6c-4b04c15cc28d" providerId="ADAL" clId="{920785BB-C3B0-47E5-82C7-3F47FDE0A4B5}" dt="2025-03-31T09:46:11.197" v="2120" actId="14100"/>
        <pc:sldMkLst>
          <pc:docMk/>
          <pc:sldMk cId="110397273" sldId="293"/>
        </pc:sldMkLst>
      </pc:sldChg>
      <pc:sldChg chg="addSp modSp add mod modNotesTx">
        <pc:chgData name="Angela Weber" userId="81dd5fce-6780-40f7-9d6c-4b04c15cc28d" providerId="ADAL" clId="{920785BB-C3B0-47E5-82C7-3F47FDE0A4B5}" dt="2025-03-31T09:48:00.227" v="2185" actId="1076"/>
        <pc:sldMkLst>
          <pc:docMk/>
          <pc:sldMk cId="3044328963" sldId="294"/>
        </pc:sldMkLst>
      </pc:sldChg>
      <pc:sldChg chg="add">
        <pc:chgData name="Angela Weber" userId="81dd5fce-6780-40f7-9d6c-4b04c15cc28d" providerId="ADAL" clId="{920785BB-C3B0-47E5-82C7-3F47FDE0A4B5}" dt="2025-03-31T09:46:25.454" v="2121" actId="2890"/>
        <pc:sldMkLst>
          <pc:docMk/>
          <pc:sldMk cId="4097578912" sldId="295"/>
        </pc:sldMkLst>
      </pc:sldChg>
      <pc:sldChg chg="add">
        <pc:chgData name="Angela Weber" userId="81dd5fce-6780-40f7-9d6c-4b04c15cc28d" providerId="ADAL" clId="{920785BB-C3B0-47E5-82C7-3F47FDE0A4B5}" dt="2025-03-31T09:46:25.631" v="2122" actId="2890"/>
        <pc:sldMkLst>
          <pc:docMk/>
          <pc:sldMk cId="891373070" sldId="296"/>
        </pc:sldMkLst>
      </pc:sldChg>
    </pc:docChg>
  </pc:docChgLst>
  <pc:docChgLst>
    <pc:chgData name="Angela Weber" userId="81dd5fce-6780-40f7-9d6c-4b04c15cc28d" providerId="ADAL" clId="{F6615AC4-BF7D-4EEB-B5A1-A73939F3FE42}"/>
    <pc:docChg chg="addSld delSld modSld">
      <pc:chgData name="Angela Weber" userId="81dd5fce-6780-40f7-9d6c-4b04c15cc28d" providerId="ADAL" clId="{F6615AC4-BF7D-4EEB-B5A1-A73939F3FE42}" dt="2025-04-03T06:40:02.871" v="122" actId="2890"/>
      <pc:docMkLst>
        <pc:docMk/>
      </pc:docMkLst>
      <pc:sldChg chg="modSp mod">
        <pc:chgData name="Angela Weber" userId="81dd5fce-6780-40f7-9d6c-4b04c15cc28d" providerId="ADAL" clId="{F6615AC4-BF7D-4EEB-B5A1-A73939F3FE42}" dt="2025-04-01T05:30:10.369" v="58" actId="20577"/>
        <pc:sldMkLst>
          <pc:docMk/>
          <pc:sldMk cId="2330736103" sldId="256"/>
        </pc:sldMkLst>
        <pc:spChg chg="mod">
          <ac:chgData name="Angela Weber" userId="81dd5fce-6780-40f7-9d6c-4b04c15cc28d" providerId="ADAL" clId="{F6615AC4-BF7D-4EEB-B5A1-A73939F3FE42}" dt="2025-04-01T05:30:10.369" v="58" actId="20577"/>
          <ac:spMkLst>
            <pc:docMk/>
            <pc:sldMk cId="2330736103" sldId="256"/>
            <ac:spMk id="5" creationId="{99E4B91E-0972-968F-DF8F-608053B46134}"/>
          </ac:spMkLst>
        </pc:spChg>
        <pc:spChg chg="mod">
          <ac:chgData name="Angela Weber" userId="81dd5fce-6780-40f7-9d6c-4b04c15cc28d" providerId="ADAL" clId="{F6615AC4-BF7D-4EEB-B5A1-A73939F3FE42}" dt="2025-04-01T05:29:12.025" v="34" actId="20577"/>
          <ac:spMkLst>
            <pc:docMk/>
            <pc:sldMk cId="2330736103" sldId="256"/>
            <ac:spMk id="6" creationId="{F744B1C5-ECEE-6118-BD5B-6C4FD888A770}"/>
          </ac:spMkLst>
        </pc:spChg>
        <pc:spChg chg="mod">
          <ac:chgData name="Angela Weber" userId="81dd5fce-6780-40f7-9d6c-4b04c15cc28d" providerId="ADAL" clId="{F6615AC4-BF7D-4EEB-B5A1-A73939F3FE42}" dt="2025-04-01T05:28:57.043" v="8" actId="20577"/>
          <ac:spMkLst>
            <pc:docMk/>
            <pc:sldMk cId="2330736103" sldId="256"/>
            <ac:spMk id="7" creationId="{CD62EA59-8CA7-A127-2FB1-7A7A6F9D0A74}"/>
          </ac:spMkLst>
        </pc:spChg>
      </pc:sldChg>
      <pc:sldChg chg="modSp mod">
        <pc:chgData name="Angela Weber" userId="81dd5fce-6780-40f7-9d6c-4b04c15cc28d" providerId="ADAL" clId="{F6615AC4-BF7D-4EEB-B5A1-A73939F3FE42}" dt="2025-04-01T05:30:42.604" v="76" actId="20577"/>
        <pc:sldMkLst>
          <pc:docMk/>
          <pc:sldMk cId="865240967" sldId="281"/>
        </pc:sldMkLst>
        <pc:spChg chg="mod">
          <ac:chgData name="Angela Weber" userId="81dd5fce-6780-40f7-9d6c-4b04c15cc28d" providerId="ADAL" clId="{F6615AC4-BF7D-4EEB-B5A1-A73939F3FE42}" dt="2025-04-01T05:30:42.604" v="76" actId="20577"/>
          <ac:spMkLst>
            <pc:docMk/>
            <pc:sldMk cId="865240967" sldId="281"/>
            <ac:spMk id="3" creationId="{6FFBC8D3-8A7A-BE58-CF7F-C654C9CA56EB}"/>
          </ac:spMkLst>
        </pc:spChg>
        <pc:spChg chg="mod">
          <ac:chgData name="Angela Weber" userId="81dd5fce-6780-40f7-9d6c-4b04c15cc28d" providerId="ADAL" clId="{F6615AC4-BF7D-4EEB-B5A1-A73939F3FE42}" dt="2025-04-01T05:30:29.523" v="75" actId="20577"/>
          <ac:spMkLst>
            <pc:docMk/>
            <pc:sldMk cId="865240967" sldId="281"/>
            <ac:spMk id="4" creationId="{29990E0B-C29E-8E1D-46BA-206CB0815C7C}"/>
          </ac:spMkLst>
        </pc:spChg>
      </pc:sldChg>
      <pc:sldChg chg="modSp mod">
        <pc:chgData name="Angela Weber" userId="81dd5fce-6780-40f7-9d6c-4b04c15cc28d" providerId="ADAL" clId="{F6615AC4-BF7D-4EEB-B5A1-A73939F3FE42}" dt="2025-04-03T06:39:57.139" v="116" actId="207"/>
        <pc:sldMkLst>
          <pc:docMk/>
          <pc:sldMk cId="4097578912" sldId="295"/>
        </pc:sldMkLst>
        <pc:spChg chg="mod">
          <ac:chgData name="Angela Weber" userId="81dd5fce-6780-40f7-9d6c-4b04c15cc28d" providerId="ADAL" clId="{F6615AC4-BF7D-4EEB-B5A1-A73939F3FE42}" dt="2025-04-01T05:31:26.296" v="109" actId="20577"/>
          <ac:spMkLst>
            <pc:docMk/>
            <pc:sldMk cId="4097578912" sldId="295"/>
            <ac:spMk id="3" creationId="{3825DBAE-0B4E-C6AB-439F-E1E464DC9A0C}"/>
          </ac:spMkLst>
        </pc:spChg>
        <pc:spChg chg="mod">
          <ac:chgData name="Angela Weber" userId="81dd5fce-6780-40f7-9d6c-4b04c15cc28d" providerId="ADAL" clId="{F6615AC4-BF7D-4EEB-B5A1-A73939F3FE42}" dt="2025-04-03T06:39:57.139" v="116" actId="207"/>
          <ac:spMkLst>
            <pc:docMk/>
            <pc:sldMk cId="4097578912" sldId="295"/>
            <ac:spMk id="4" creationId="{AC15DD13-0C77-BD02-7791-B0E1DA9A7737}"/>
          </ac:spMkLst>
        </pc:spChg>
      </pc:sldChg>
      <pc:sldChg chg="del">
        <pc:chgData name="Angela Weber" userId="81dd5fce-6780-40f7-9d6c-4b04c15cc28d" providerId="ADAL" clId="{F6615AC4-BF7D-4EEB-B5A1-A73939F3FE42}" dt="2025-04-01T05:30:46.093" v="77" actId="47"/>
        <pc:sldMkLst>
          <pc:docMk/>
          <pc:sldMk cId="275173256" sldId="297"/>
        </pc:sldMkLst>
      </pc:sldChg>
      <pc:sldChg chg="del">
        <pc:chgData name="Angela Weber" userId="81dd5fce-6780-40f7-9d6c-4b04c15cc28d" providerId="ADAL" clId="{F6615AC4-BF7D-4EEB-B5A1-A73939F3FE42}" dt="2025-04-01T05:30:46.570" v="78" actId="47"/>
        <pc:sldMkLst>
          <pc:docMk/>
          <pc:sldMk cId="1600690230" sldId="298"/>
        </pc:sldMkLst>
      </pc:sldChg>
      <pc:sldChg chg="del">
        <pc:chgData name="Angela Weber" userId="81dd5fce-6780-40f7-9d6c-4b04c15cc28d" providerId="ADAL" clId="{F6615AC4-BF7D-4EEB-B5A1-A73939F3FE42}" dt="2025-04-01T05:30:47.297" v="79" actId="47"/>
        <pc:sldMkLst>
          <pc:docMk/>
          <pc:sldMk cId="337212551" sldId="299"/>
        </pc:sldMkLst>
      </pc:sldChg>
      <pc:sldChg chg="del">
        <pc:chgData name="Angela Weber" userId="81dd5fce-6780-40f7-9d6c-4b04c15cc28d" providerId="ADAL" clId="{F6615AC4-BF7D-4EEB-B5A1-A73939F3FE42}" dt="2025-04-01T05:31:29.641" v="110" actId="47"/>
        <pc:sldMkLst>
          <pc:docMk/>
          <pc:sldMk cId="257009414" sldId="300"/>
        </pc:sldMkLst>
      </pc:sldChg>
      <pc:sldChg chg="del">
        <pc:chgData name="Angela Weber" userId="81dd5fce-6780-40f7-9d6c-4b04c15cc28d" providerId="ADAL" clId="{F6615AC4-BF7D-4EEB-B5A1-A73939F3FE42}" dt="2025-04-01T05:31:30.311" v="111" actId="47"/>
        <pc:sldMkLst>
          <pc:docMk/>
          <pc:sldMk cId="200155808" sldId="301"/>
        </pc:sldMkLst>
      </pc:sldChg>
      <pc:sldChg chg="del">
        <pc:chgData name="Angela Weber" userId="81dd5fce-6780-40f7-9d6c-4b04c15cc28d" providerId="ADAL" clId="{F6615AC4-BF7D-4EEB-B5A1-A73939F3FE42}" dt="2025-04-01T05:31:31.027" v="112" actId="47"/>
        <pc:sldMkLst>
          <pc:docMk/>
          <pc:sldMk cId="3526769662" sldId="302"/>
        </pc:sldMkLst>
      </pc:sldChg>
      <pc:sldChg chg="add">
        <pc:chgData name="Angela Weber" userId="81dd5fce-6780-40f7-9d6c-4b04c15cc28d" providerId="ADAL" clId="{F6615AC4-BF7D-4EEB-B5A1-A73939F3FE42}" dt="2025-04-01T05:30:49.103" v="80" actId="2890"/>
        <pc:sldMkLst>
          <pc:docMk/>
          <pc:sldMk cId="2346238777" sldId="303"/>
        </pc:sldMkLst>
      </pc:sldChg>
      <pc:sldChg chg="add">
        <pc:chgData name="Angela Weber" userId="81dd5fce-6780-40f7-9d6c-4b04c15cc28d" providerId="ADAL" clId="{F6615AC4-BF7D-4EEB-B5A1-A73939F3FE42}" dt="2025-04-01T05:30:49.297" v="81" actId="2890"/>
        <pc:sldMkLst>
          <pc:docMk/>
          <pc:sldMk cId="393022591" sldId="304"/>
        </pc:sldMkLst>
      </pc:sldChg>
      <pc:sldChg chg="add">
        <pc:chgData name="Angela Weber" userId="81dd5fce-6780-40f7-9d6c-4b04c15cc28d" providerId="ADAL" clId="{F6615AC4-BF7D-4EEB-B5A1-A73939F3FE42}" dt="2025-04-01T05:30:49.496" v="82" actId="2890"/>
        <pc:sldMkLst>
          <pc:docMk/>
          <pc:sldMk cId="3147932341" sldId="305"/>
        </pc:sldMkLst>
      </pc:sldChg>
      <pc:sldChg chg="add">
        <pc:chgData name="Angela Weber" userId="81dd5fce-6780-40f7-9d6c-4b04c15cc28d" providerId="ADAL" clId="{F6615AC4-BF7D-4EEB-B5A1-A73939F3FE42}" dt="2025-04-03T06:40:02.512" v="120" actId="2890"/>
        <pc:sldMkLst>
          <pc:docMk/>
          <pc:sldMk cId="1205684726" sldId="306"/>
        </pc:sldMkLst>
      </pc:sldChg>
      <pc:sldChg chg="add del">
        <pc:chgData name="Angela Weber" userId="81dd5fce-6780-40f7-9d6c-4b04c15cc28d" providerId="ADAL" clId="{F6615AC4-BF7D-4EEB-B5A1-A73939F3FE42}" dt="2025-04-03T06:39:59.665" v="117" actId="47"/>
        <pc:sldMkLst>
          <pc:docMk/>
          <pc:sldMk cId="3555434745" sldId="306"/>
        </pc:sldMkLst>
      </pc:sldChg>
      <pc:sldChg chg="add del">
        <pc:chgData name="Angela Weber" userId="81dd5fce-6780-40f7-9d6c-4b04c15cc28d" providerId="ADAL" clId="{F6615AC4-BF7D-4EEB-B5A1-A73939F3FE42}" dt="2025-04-03T06:40:00.174" v="118" actId="47"/>
        <pc:sldMkLst>
          <pc:docMk/>
          <pc:sldMk cId="1027886893" sldId="307"/>
        </pc:sldMkLst>
      </pc:sldChg>
      <pc:sldChg chg="add">
        <pc:chgData name="Angela Weber" userId="81dd5fce-6780-40f7-9d6c-4b04c15cc28d" providerId="ADAL" clId="{F6615AC4-BF7D-4EEB-B5A1-A73939F3FE42}" dt="2025-04-03T06:40:02.687" v="121" actId="2890"/>
        <pc:sldMkLst>
          <pc:docMk/>
          <pc:sldMk cId="2320119710" sldId="307"/>
        </pc:sldMkLst>
      </pc:sldChg>
      <pc:sldChg chg="add del">
        <pc:chgData name="Angela Weber" userId="81dd5fce-6780-40f7-9d6c-4b04c15cc28d" providerId="ADAL" clId="{F6615AC4-BF7D-4EEB-B5A1-A73939F3FE42}" dt="2025-04-03T06:40:00.679" v="119" actId="47"/>
        <pc:sldMkLst>
          <pc:docMk/>
          <pc:sldMk cId="309721750" sldId="308"/>
        </pc:sldMkLst>
      </pc:sldChg>
      <pc:sldChg chg="add">
        <pc:chgData name="Angela Weber" userId="81dd5fce-6780-40f7-9d6c-4b04c15cc28d" providerId="ADAL" clId="{F6615AC4-BF7D-4EEB-B5A1-A73939F3FE42}" dt="2025-04-03T06:40:02.871" v="122" actId="2890"/>
        <pc:sldMkLst>
          <pc:docMk/>
          <pc:sldMk cId="1201126720" sldId="30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680D7-5547-499B-AA7F-EFDFDFF5A4A8}" type="datetimeFigureOut">
              <a:rPr lang="en-GB" smtClean="0"/>
              <a:t>03/04/2025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95441C-77F7-4385-BF44-AAD84268B6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955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Published: July 2013. Revised: December 2014</a:t>
            </a: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We wish to thank </a:t>
            </a:r>
          </a:p>
          <a:p>
            <a:pPr marL="171450" lvl="0" indent="-171450" defTabSz="9144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•"/>
              <a:defRPr sz="1800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Peter PS KO (HK) and </a:t>
            </a:r>
          </a:p>
          <a:p>
            <a:pPr marL="171450" lvl="0" indent="-171450" defTabSz="914400">
              <a:lnSpc>
                <a:spcPct val="100000"/>
              </a:lnSpc>
              <a:spcBef>
                <a:spcPts val="400"/>
              </a:spcBef>
              <a:buSzPct val="100000"/>
              <a:buFont typeface="Arial"/>
              <a:buChar char="•"/>
              <a:defRPr sz="1800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Robert Vander Griend (US) </a:t>
            </a: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for their contribution to the previous version of this lecture.</a:t>
            </a: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endParaRPr lang="en-GB" sz="1200" dirty="0">
              <a:latin typeface="Arial"/>
              <a:ea typeface="Arial"/>
              <a:cs typeface="Arial"/>
              <a:sym typeface="Arial"/>
            </a:endParaRP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Reviewed: 2019</a:t>
            </a: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Reviewer: Stefan </a:t>
            </a:r>
            <a:r>
              <a:rPr lang="en-GB" sz="1200" dirty="0" err="1">
                <a:latin typeface="Arial"/>
                <a:ea typeface="Arial"/>
                <a:cs typeface="Arial"/>
                <a:sym typeface="Arial"/>
              </a:rPr>
              <a:t>Rammelt</a:t>
            </a:r>
            <a:endParaRPr lang="en-GB" sz="1200" dirty="0">
              <a:latin typeface="Arial"/>
              <a:ea typeface="Arial"/>
              <a:cs typeface="Arial"/>
              <a:sym typeface="Arial"/>
            </a:endParaRPr>
          </a:p>
          <a:p>
            <a:pPr lvl="0" defTabSz="914400">
              <a:lnSpc>
                <a:spcPct val="100000"/>
              </a:lnSpc>
              <a:spcBef>
                <a:spcPts val="400"/>
              </a:spcBef>
              <a:defRPr sz="1800"/>
            </a:pPr>
            <a:r>
              <a:rPr lang="en-GB" sz="1200" dirty="0">
                <a:latin typeface="Arial"/>
                <a:ea typeface="Arial"/>
                <a:cs typeface="Arial"/>
                <a:sym typeface="Arial"/>
              </a:rPr>
              <a:t>Contributors: Mike Swords, Cristian Ortiz, Khairul Mohammad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5441C-77F7-4385-BF44-AAD84268B68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501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5FDAD-F105-54F0-D4C6-D0D15F2E6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71769-2C65-3422-0036-664E2DD3A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976FA-26A2-D7AA-4851-07E4307FC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FC24-E3DB-4C89-AACE-A2592205ADEB}" type="datetime1">
              <a:rPr lang="LID4096" smtClean="0"/>
              <a:t>04/03/2025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E664D-8F77-0541-F6F7-5ED326C31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6F3C1-AD57-099B-8452-F1EB30A0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99D3-4498-084C-9103-A2E3B8A7A9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52038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5992-399C-F489-B75C-FB0948263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B6A42-2AC8-7117-CDF7-BB36A6B02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78D8A-FF65-0FF4-3204-5D2A9048E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840D6-5D34-4539-8728-822BC507800A}" type="datetime1">
              <a:rPr lang="LID4096" smtClean="0"/>
              <a:t>04/03/2025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A5EF7-54AA-2870-F216-FA1EC6273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35B93-EDD0-906D-614B-F23B85B3F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99D3-4498-084C-9103-A2E3B8A7A9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6084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CE43C-885B-DC8B-03A1-4140950FF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A75B3C-AD4D-21DF-9B4E-B7BCA58BF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E8D0A-6963-63B9-C70F-780DF3DE8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ABE40-3AD7-4BF0-8B47-DE8F7629ED9C}" type="datetime1">
              <a:rPr lang="LID4096" smtClean="0"/>
              <a:t>04/03/2025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CBA82-03BE-8CF7-AD80-63BCA6019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0B269-5523-E76B-E2C9-474927420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99D3-4498-084C-9103-A2E3B8A7A9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46162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4D9FE-8C6A-A9D6-0694-A99E7ECB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456FF-D933-EA19-6F40-34E9296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92B31A-2F37-F2F6-B0F0-C57062A2B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881F9-7836-C0C7-4D22-4A9BDD89D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16F97-B014-449D-9AF8-1F905FB6BE15}" type="datetime1">
              <a:rPr lang="LID4096" smtClean="0"/>
              <a:t>04/03/2025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E55D7-CE80-93A6-0406-B46ABEDD9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CCDB7-7F88-5AC7-995A-82C9B9163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99D3-4498-084C-9103-A2E3B8A7A9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0875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5E95C-A509-3DA8-840B-C7118689D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E454A-8900-6DC2-07C4-838753C23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CE10D-CF15-7BAC-68C1-CD3ED4226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765E65-298E-5EE0-BEBD-D8FAECC03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F032B9-9E40-0903-297C-77DA51CCFC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F4831F-B8D3-2C52-E0B9-C310E1161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D8D66-308C-4F44-BC2C-4ECA07FFB5CD}" type="datetime1">
              <a:rPr lang="LID4096" smtClean="0"/>
              <a:t>04/03/2025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35BAE8-C337-2736-F04F-8869AF677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6B1751-C205-A1D2-3B48-BAF6D2BBB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99D3-4498-084C-9103-A2E3B8A7A9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4057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EE692-FF4C-17C6-51EF-FE00D4A1D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AC500-9CA7-1B57-CAF4-0087CC1C4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3185C-2C3A-439A-9602-C7C301157BD0}" type="datetime1">
              <a:rPr lang="LID4096" smtClean="0"/>
              <a:t>04/03/2025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23E17-2A37-17AA-B1B1-ED58E6484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3A9583-3EB2-08EB-6658-C38D1B740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99D3-4498-084C-9103-A2E3B8A7A9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33957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2E06C8-0FD1-34F8-2199-EF2E6810E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C533-5C39-4DDE-B126-73F4CDCCC213}" type="datetime1">
              <a:rPr lang="LID4096" smtClean="0"/>
              <a:t>04/03/2025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5AAE0-742B-55D8-187F-93E58B569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702D3-620C-9284-EE5F-DCB1B3D67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99D3-4498-084C-9103-A2E3B8A7A9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00616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06F08-0AA2-8DC8-C022-4EDDB1672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18B01-C4B8-A939-93A8-C16E65030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8F146-325E-E69D-D989-3BE9166ED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AFEEF-3DE4-0C8F-C2CC-2EEFB9C71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F3E18-CB33-43DA-8BC4-06F983F22159}" type="datetime1">
              <a:rPr lang="LID4096" smtClean="0"/>
              <a:t>04/03/2025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C620C-A5F2-989F-3995-69451BEF1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F389A-A0E7-BDBF-32D8-152D115D3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99D3-4498-084C-9103-A2E3B8A7A9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30631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8AAFF-B3C7-81F6-D6B7-2733243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3B7580-6C3C-2C3C-2A0E-683002E030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83AEDF-478A-5ACF-AA09-4359EE882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63BC8-3985-826A-9E1B-C53691A58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0454E-38D6-476D-B387-1059B0D58FFC}" type="datetime1">
              <a:rPr lang="LID4096" smtClean="0"/>
              <a:t>04/03/2025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43BD2-A385-2F2C-FA54-81D6EC164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0D0DF-3552-D9D0-6AE0-53640C18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99D3-4498-084C-9103-A2E3B8A7A9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3626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696A4-2133-861A-B0F2-507A284FA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0135F-C418-CC1A-6662-E565A1421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3E04-DEEA-2798-9CFF-394FB546E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3B389-4A7A-49EC-9EE5-A39F1674F611}" type="datetime1">
              <a:rPr lang="LID4096" smtClean="0"/>
              <a:t>04/03/2025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EF2EE-E230-3CFE-134B-03B6904E6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9FE44-2537-9B50-B363-5B97B106C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99D3-4498-084C-9103-A2E3B8A7A9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21405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03A6C7-A01D-D0B4-2008-E12F6D6068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166E61-796F-0699-1E3F-D88742E26D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E32C3-0F6A-EBBA-7C71-8820B0103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9E81F-FBCF-4FEA-929F-6D0543128327}" type="datetime1">
              <a:rPr lang="LID4096" smtClean="0"/>
              <a:t>04/03/2025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378D8-CF88-4E21-8AA9-E06F316AD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E82EE-493D-D1F3-C75F-A0BBBF008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99D3-4498-084C-9103-A2E3B8A7A9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9709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27794-3D65-BB71-E268-337693A51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385B3-9232-0DCA-443D-5B5D3F20F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8BE28-2561-4802-EB35-0F09460551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C5931E-2C80-4232-83B1-27204973F205}" type="datetime1">
              <a:rPr lang="LID4096" smtClean="0"/>
              <a:t>04/03/2025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8D384-BE55-0042-F948-37D722BE2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1C256-11D8-B083-1A1E-598EA83E4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F99D3-4498-084C-9103-A2E3B8A7A9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93291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16FFEF-4062-BA48-A856-CC1773B7F6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61" y="461952"/>
            <a:ext cx="4797629" cy="1470025"/>
          </a:xfrm>
          <a:prstGeom prst="rect">
            <a:avLst/>
          </a:prstGeom>
        </p:spPr>
      </p:pic>
      <p:sp>
        <p:nvSpPr>
          <p:cNvPr id="5" name="Title 9">
            <a:extLst>
              <a:ext uri="{FF2B5EF4-FFF2-40B4-BE49-F238E27FC236}">
                <a16:creationId xmlns:a16="http://schemas.microsoft.com/office/drawing/2014/main" id="{99E4B91E-0972-968F-DF8F-608053B46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4161" y="2721769"/>
            <a:ext cx="8900267" cy="1697831"/>
          </a:xfrm>
        </p:spPr>
        <p:txBody>
          <a:bodyPr anchor="t" anchorCtr="0">
            <a:normAutofit/>
          </a:bodyPr>
          <a:lstStyle/>
          <a:p>
            <a:pPr algn="l">
              <a:defRPr/>
            </a:pPr>
            <a:r>
              <a:rPr lang="en-US" sz="4000" b="1" kern="0" dirty="0" err="1">
                <a:solidFill>
                  <a:srgbClr val="2952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Titre</a:t>
            </a:r>
            <a:r>
              <a:rPr lang="en-US" sz="4000" b="1" kern="0" dirty="0">
                <a:solidFill>
                  <a:srgbClr val="2952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n-US" sz="4000" b="1" kern="0" dirty="0" err="1">
                <a:solidFill>
                  <a:srgbClr val="2952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</a:t>
            </a:r>
            <a:endParaRPr lang="en-US" sz="4000" b="1" kern="0" dirty="0">
              <a:solidFill>
                <a:srgbClr val="2952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F744B1C5-ECEE-6118-BD5B-6C4FD888A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161" y="5097107"/>
            <a:ext cx="3886200" cy="141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1pPr>
            <a:lvl2pPr marL="742950" indent="-285750"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2pPr>
            <a:lvl3pPr marL="1143000" indent="-228600"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3pPr>
            <a:lvl4pPr marL="1600200" indent="-228600"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4pPr>
            <a:lvl5pPr marL="2057400" indent="-228600"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ü"/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ü"/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ü"/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ü"/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fr-FR" sz="2400" dirty="0" err="1">
                <a:solidFill>
                  <a:srgbClr val="29529B"/>
                </a:solidFill>
                <a:latin typeface="Arial" pitchFamily="34" charset="0"/>
              </a:rPr>
              <a:t>Prénom</a:t>
            </a:r>
            <a:r>
              <a:rPr lang="en-US" altLang="fr-FR" sz="2400" dirty="0">
                <a:solidFill>
                  <a:srgbClr val="29529B"/>
                </a:solidFill>
                <a:latin typeface="Arial" pitchFamily="34" charset="0"/>
              </a:rPr>
              <a:t> Nom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fr-FR" sz="2400" dirty="0">
                <a:solidFill>
                  <a:srgbClr val="29529B"/>
                </a:solidFill>
                <a:latin typeface="Arial" pitchFamily="34" charset="0"/>
              </a:rPr>
              <a:t>Pays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 sz="2000" dirty="0">
              <a:solidFill>
                <a:srgbClr val="000000"/>
              </a:solidFill>
              <a:latin typeface="Arial" pitchFamily="34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fr-FR" sz="2400" dirty="0">
                <a:solidFill>
                  <a:srgbClr val="142E4A"/>
                </a:solidFill>
                <a:latin typeface="Arial" pitchFamily="34" charset="0"/>
              </a:rPr>
              <a:t>               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D62EA59-8CA7-A127-2FB1-7A7A6F9D0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097107"/>
            <a:ext cx="4236980" cy="1569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375" tIns="45688" rIns="91375" bIns="45688">
            <a:spAutoFit/>
          </a:bodyPr>
          <a:lstStyle>
            <a:lvl1pPr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1pPr>
            <a:lvl2pPr marL="742950" indent="-285750"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2pPr>
            <a:lvl3pPr marL="1143000" indent="-228600"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3pPr>
            <a:lvl4pPr marL="1600200" indent="-228600"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4pPr>
            <a:lvl5pPr marL="2057400" indent="-228600"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ü"/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ü"/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ü"/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itchFamily="2" charset="2"/>
              <a:buChar char="ü"/>
              <a:defRPr sz="3600">
                <a:solidFill>
                  <a:srgbClr val="FF9900"/>
                </a:solidFill>
                <a:latin typeface="Comic Sans MS" pitchFamily="66" charset="0"/>
                <a:cs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fr-FR" sz="2400" dirty="0">
                <a:solidFill>
                  <a:srgbClr val="29529B"/>
                </a:solidFill>
                <a:latin typeface="Arial" pitchFamily="34" charset="0"/>
              </a:rPr>
              <a:t>Date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fr-FR" sz="2400" dirty="0">
                <a:solidFill>
                  <a:srgbClr val="29529B"/>
                </a:solidFill>
                <a:latin typeface="Arial" pitchFamily="34" charset="0"/>
              </a:rPr>
              <a:t>Cours AOA–Xxx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fr-FR" sz="2400" dirty="0">
                <a:solidFill>
                  <a:srgbClr val="29529B"/>
                </a:solidFill>
                <a:latin typeface="Arial" pitchFamily="34" charset="0"/>
              </a:rPr>
              <a:t>Xxx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fr-FR" sz="2400" dirty="0">
                <a:solidFill>
                  <a:srgbClr val="29529B"/>
                </a:solidFill>
                <a:latin typeface="Arial" pitchFamily="34" charset="0"/>
              </a:rPr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2330736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3D63E-62A0-F5A8-4660-AECCB03ED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BC8D3-8A7A-BE58-CF7F-C654C9CA5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Texte</a:t>
            </a:r>
            <a:endParaRPr lang="de-DE" altLang="en-US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</a:pPr>
            <a:endParaRPr lang="en-US" altLang="en-US" b="1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990E0B-C29E-8E1D-46BA-206CB0815C7C}"/>
              </a:ext>
            </a:extLst>
          </p:cNvPr>
          <p:cNvSpPr>
            <a:spLocks noGrp="1"/>
          </p:cNvSpPr>
          <p:nvPr/>
        </p:nvSpPr>
        <p:spPr>
          <a:xfrm>
            <a:off x="838199" y="366408"/>
            <a:ext cx="10515599" cy="892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29529B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Titre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de la page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F23897-B44F-52AF-4858-56B7834D7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99D3-4498-084C-9103-A2E3B8A7A98E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65240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314F0-04C9-2C8B-3215-73F4E0A1F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5E4D4-D5C5-5A26-E676-EC6F64327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Texte</a:t>
            </a:r>
            <a:endParaRPr lang="de-DE" altLang="en-US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</a:pPr>
            <a:endParaRPr lang="en-US" altLang="en-US" b="1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E3DBE5-7625-16C8-8DB6-DD1A57D6CEEE}"/>
              </a:ext>
            </a:extLst>
          </p:cNvPr>
          <p:cNvSpPr>
            <a:spLocks noGrp="1"/>
          </p:cNvSpPr>
          <p:nvPr/>
        </p:nvSpPr>
        <p:spPr>
          <a:xfrm>
            <a:off x="838199" y="366408"/>
            <a:ext cx="10515599" cy="892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29529B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Titre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de la page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48ED6F-51A7-C3C5-4FAC-C8ACC4B60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99D3-4498-084C-9103-A2E3B8A7A98E}" type="slidenum">
              <a:rPr lang="en-CH" smtClean="0"/>
              <a:t>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46238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582B6-35DE-2198-0BDD-1EB54FD00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EC049-88E1-9C6E-9721-C8032F24B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Texte</a:t>
            </a:r>
            <a:endParaRPr lang="de-DE" altLang="en-US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</a:pPr>
            <a:endParaRPr lang="en-US" altLang="en-US" b="1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E9B2EA-0C9D-FE8C-DD02-80468A65FE07}"/>
              </a:ext>
            </a:extLst>
          </p:cNvPr>
          <p:cNvSpPr>
            <a:spLocks noGrp="1"/>
          </p:cNvSpPr>
          <p:nvPr/>
        </p:nvSpPr>
        <p:spPr>
          <a:xfrm>
            <a:off x="838199" y="366408"/>
            <a:ext cx="10515599" cy="892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29529B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Titre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de la page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DEE22A-3704-8878-EC67-F2CDF04AB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99D3-4498-084C-9103-A2E3B8A7A98E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3022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C2237-5660-B37E-6C22-7DD68580D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009C6-8EAE-CCD2-5E7C-6C7E35785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Texte</a:t>
            </a:r>
            <a:endParaRPr lang="de-DE" altLang="en-US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</a:pPr>
            <a:endParaRPr lang="en-US" altLang="en-US" b="1" dirty="0"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B3AC3B4-5B5B-C6AC-A9EA-ECB19A60B0B6}"/>
              </a:ext>
            </a:extLst>
          </p:cNvPr>
          <p:cNvSpPr>
            <a:spLocks noGrp="1"/>
          </p:cNvSpPr>
          <p:nvPr/>
        </p:nvSpPr>
        <p:spPr>
          <a:xfrm>
            <a:off x="838199" y="366408"/>
            <a:ext cx="10515599" cy="892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29529B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Titre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de la page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ADA482-FCA0-8E6E-5B29-020AF3B15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99D3-4498-084C-9103-A2E3B8A7A98E}" type="slidenum">
              <a:rPr lang="en-CH" smtClean="0"/>
              <a:t>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47932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882A84-E0C7-5462-5449-2CF0B1B0E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BC1280-02DD-F05E-3938-91876432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99D3-4498-084C-9103-A2E3B8A7A98E}" type="slidenum">
              <a:rPr lang="en-CH" smtClean="0"/>
              <a:t>6</a:t>
            </a:fld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5DBAE-0B4E-C6AB-439F-E1E464DC9A0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20000"/>
              </a:spcBef>
              <a:buNone/>
            </a:pPr>
            <a:r>
              <a:rPr lang="en-US" altLang="en-US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(</a:t>
            </a:r>
            <a:r>
              <a:rPr lang="fr-FR" altLang="en-US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Insérer la photo de la radiographie ici</a:t>
            </a:r>
            <a:r>
              <a:rPr lang="en-US" altLang="en-US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) </a:t>
            </a:r>
          </a:p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Texte</a:t>
            </a:r>
            <a:endParaRPr lang="de-DE" altLang="en-US" dirty="0">
              <a:solidFill>
                <a:schemeClr val="bg1"/>
              </a:solidFill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</a:pPr>
            <a:endParaRPr lang="en-US" altLang="en-US" b="1" dirty="0">
              <a:solidFill>
                <a:schemeClr val="bg1"/>
              </a:solidFill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15DD13-0C77-BD02-7791-B0E1DA9A7737}"/>
              </a:ext>
            </a:extLst>
          </p:cNvPr>
          <p:cNvSpPr>
            <a:spLocks noGrp="1"/>
          </p:cNvSpPr>
          <p:nvPr/>
        </p:nvSpPr>
        <p:spPr>
          <a:xfrm>
            <a:off x="838199" y="366408"/>
            <a:ext cx="10515599" cy="892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29529B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1" lang="en-US" sz="4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Titre</a:t>
            </a:r>
            <a:r>
              <a:rPr kumimoji="1"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la page </a:t>
            </a:r>
          </a:p>
        </p:txBody>
      </p:sp>
    </p:spTree>
    <p:extLst>
      <p:ext uri="{BB962C8B-B14F-4D97-AF65-F5344CB8AC3E}">
        <p14:creationId xmlns:p14="http://schemas.microsoft.com/office/powerpoint/2010/main" val="4097578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EB97C7-F1A1-AD5B-15AF-F06B292FF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ED4AE1-4BF8-0B70-FB1B-FFB9234C0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99D3-4498-084C-9103-A2E3B8A7A98E}" type="slidenum">
              <a:rPr lang="en-CH" smtClean="0"/>
              <a:t>7</a:t>
            </a:fld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0CDBE-A8CE-4ED3-19C7-C3776855F75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20000"/>
              </a:spcBef>
              <a:buNone/>
            </a:pPr>
            <a:r>
              <a:rPr lang="en-US" altLang="en-US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(</a:t>
            </a:r>
            <a:r>
              <a:rPr lang="fr-FR" altLang="en-US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Insérer la photo de la radiographie ici</a:t>
            </a:r>
            <a:r>
              <a:rPr lang="en-US" altLang="en-US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) </a:t>
            </a:r>
          </a:p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Texte</a:t>
            </a:r>
            <a:endParaRPr lang="de-DE" altLang="en-US" dirty="0">
              <a:solidFill>
                <a:schemeClr val="bg1"/>
              </a:solidFill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</a:pPr>
            <a:endParaRPr lang="en-US" altLang="en-US" b="1" dirty="0">
              <a:solidFill>
                <a:schemeClr val="bg1"/>
              </a:solidFill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6B16F0-3028-58DC-A2D0-956DD67DB70B}"/>
              </a:ext>
            </a:extLst>
          </p:cNvPr>
          <p:cNvSpPr>
            <a:spLocks noGrp="1"/>
          </p:cNvSpPr>
          <p:nvPr/>
        </p:nvSpPr>
        <p:spPr>
          <a:xfrm>
            <a:off x="838199" y="366408"/>
            <a:ext cx="10515599" cy="892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29529B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1" lang="en-US" sz="4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Titre</a:t>
            </a:r>
            <a:r>
              <a:rPr kumimoji="1"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la page </a:t>
            </a:r>
          </a:p>
        </p:txBody>
      </p:sp>
    </p:spTree>
    <p:extLst>
      <p:ext uri="{BB962C8B-B14F-4D97-AF65-F5344CB8AC3E}">
        <p14:creationId xmlns:p14="http://schemas.microsoft.com/office/powerpoint/2010/main" val="1205684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8BE346-9715-7FFB-1037-F7D1D504E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59C643-4210-A5DD-DB0A-7A775A727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99D3-4498-084C-9103-A2E3B8A7A98E}" type="slidenum">
              <a:rPr lang="en-CH" smtClean="0"/>
              <a:t>8</a:t>
            </a:fld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9398B-B6A2-3A95-F2B6-90581CCF5A1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20000"/>
              </a:spcBef>
              <a:buNone/>
            </a:pPr>
            <a:r>
              <a:rPr lang="en-US" altLang="en-US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(</a:t>
            </a:r>
            <a:r>
              <a:rPr lang="fr-FR" altLang="en-US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Insérer la photo de la radiographie ici</a:t>
            </a:r>
            <a:r>
              <a:rPr lang="en-US" altLang="en-US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) </a:t>
            </a:r>
          </a:p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Texte</a:t>
            </a:r>
            <a:endParaRPr lang="de-DE" altLang="en-US" dirty="0">
              <a:solidFill>
                <a:schemeClr val="bg1"/>
              </a:solidFill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</a:pPr>
            <a:endParaRPr lang="en-US" altLang="en-US" b="1" dirty="0">
              <a:solidFill>
                <a:schemeClr val="bg1"/>
              </a:solidFill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981806-4399-829D-129B-516327B7D168}"/>
              </a:ext>
            </a:extLst>
          </p:cNvPr>
          <p:cNvSpPr>
            <a:spLocks noGrp="1"/>
          </p:cNvSpPr>
          <p:nvPr/>
        </p:nvSpPr>
        <p:spPr>
          <a:xfrm>
            <a:off x="838199" y="366408"/>
            <a:ext cx="10515599" cy="892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29529B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1" lang="en-US" sz="4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Titre</a:t>
            </a:r>
            <a:r>
              <a:rPr kumimoji="1"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la page </a:t>
            </a:r>
          </a:p>
        </p:txBody>
      </p:sp>
    </p:spTree>
    <p:extLst>
      <p:ext uri="{BB962C8B-B14F-4D97-AF65-F5344CB8AC3E}">
        <p14:creationId xmlns:p14="http://schemas.microsoft.com/office/powerpoint/2010/main" val="2320119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D7A113-335E-68AF-652A-DDAC4DABC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59662B-C248-3903-1C5B-C351EBEC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F99D3-4498-084C-9103-A2E3B8A7A98E}" type="slidenum">
              <a:rPr lang="en-CH" smtClean="0"/>
              <a:t>9</a:t>
            </a:fld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0DE2C-FAE3-C2B9-CE0C-6D21529ED3A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20000"/>
              </a:spcBef>
              <a:buNone/>
            </a:pPr>
            <a:r>
              <a:rPr lang="en-US" altLang="en-US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(</a:t>
            </a:r>
            <a:r>
              <a:rPr lang="fr-FR" altLang="en-US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Insérer la photo de la radiographie ici</a:t>
            </a:r>
            <a:r>
              <a:rPr lang="en-US" altLang="en-US" i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) </a:t>
            </a:r>
          </a:p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Texte</a:t>
            </a:r>
            <a:endParaRPr lang="de-DE" altLang="en-US" dirty="0">
              <a:solidFill>
                <a:schemeClr val="bg1"/>
              </a:solidFill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§"/>
            </a:pPr>
            <a:endParaRPr lang="en-US" altLang="en-US" b="1" dirty="0">
              <a:solidFill>
                <a:schemeClr val="bg1"/>
              </a:solidFill>
              <a:latin typeface="Arial" panose="020B0604020202020204" pitchFamily="34" charset="0"/>
              <a:ea typeface="ＭＳ Ｐゴシック" pitchFamily="34" charset="-128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B6F2AF9-8703-D914-497A-EB275A71B856}"/>
              </a:ext>
            </a:extLst>
          </p:cNvPr>
          <p:cNvSpPr>
            <a:spLocks noGrp="1"/>
          </p:cNvSpPr>
          <p:nvPr/>
        </p:nvSpPr>
        <p:spPr>
          <a:xfrm>
            <a:off x="838199" y="366408"/>
            <a:ext cx="10515599" cy="892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29529B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1" lang="en-US" sz="4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Titre</a:t>
            </a:r>
            <a:r>
              <a:rPr kumimoji="1"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la page </a:t>
            </a:r>
          </a:p>
        </p:txBody>
      </p:sp>
    </p:spTree>
    <p:extLst>
      <p:ext uri="{BB962C8B-B14F-4D97-AF65-F5344CB8AC3E}">
        <p14:creationId xmlns:p14="http://schemas.microsoft.com/office/powerpoint/2010/main" val="1201126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6d89ef-d06e-4f3a-b3de-40edd594002d">
      <Terms xmlns="http://schemas.microsoft.com/office/infopath/2007/PartnerControls"/>
    </lcf76f155ced4ddcb4097134ff3c332f>
    <TaxCatchAll xmlns="0c59cf0e-fe98-47bf-8d3c-fa8eca9b3c4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DC855F44150F4C859F2B3AB85CE41D" ma:contentTypeVersion="18" ma:contentTypeDescription="Create a new document." ma:contentTypeScope="" ma:versionID="1ceaeac17b40f4705fcea0f22fc53b0c">
  <xsd:schema xmlns:xsd="http://www.w3.org/2001/XMLSchema" xmlns:xs="http://www.w3.org/2001/XMLSchema" xmlns:p="http://schemas.microsoft.com/office/2006/metadata/properties" xmlns:ns2="5e6d89ef-d06e-4f3a-b3de-40edd594002d" xmlns:ns3="0c59cf0e-fe98-47bf-8d3c-fa8eca9b3c4c" targetNamespace="http://schemas.microsoft.com/office/2006/metadata/properties" ma:root="true" ma:fieldsID="3b86d311d624b6428110ed1ddf736e27" ns2:_="" ns3:_="">
    <xsd:import namespace="5e6d89ef-d06e-4f3a-b3de-40edd594002d"/>
    <xsd:import namespace="0c59cf0e-fe98-47bf-8d3c-fa8eca9b3c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6d89ef-d06e-4f3a-b3de-40edd59400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22886d0-a894-4123-9b99-b591f370a4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59cf0e-fe98-47bf-8d3c-fa8eca9b3c4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54c0731-e0e1-4df3-8c91-661d83399e2e}" ma:internalName="TaxCatchAll" ma:showField="CatchAllData" ma:web="0c59cf0e-fe98-47bf-8d3c-fa8eca9b3c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0EF7BD-5A59-4F2B-8128-D378671C3734}">
  <ds:schemaRefs>
    <ds:schemaRef ds:uri="http://schemas.microsoft.com/office/2006/metadata/properties"/>
    <ds:schemaRef ds:uri="http://schemas.microsoft.com/office/infopath/2007/PartnerControls"/>
    <ds:schemaRef ds:uri="5e6d89ef-d06e-4f3a-b3de-40edd594002d"/>
    <ds:schemaRef ds:uri="0c59cf0e-fe98-47bf-8d3c-fa8eca9b3c4c"/>
  </ds:schemaRefs>
</ds:datastoreItem>
</file>

<file path=customXml/itemProps2.xml><?xml version="1.0" encoding="utf-8"?>
<ds:datastoreItem xmlns:ds="http://schemas.openxmlformats.org/officeDocument/2006/customXml" ds:itemID="{9D1AAA1F-9B91-4DB5-9583-9A4675ED0F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5883AB-2F39-4F72-A525-A4723F47C5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6d89ef-d06e-4f3a-b3de-40edd594002d"/>
    <ds:schemaRef ds:uri="0c59cf0e-fe98-47bf-8d3c-fa8eca9b3c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</Words>
  <Application>Microsoft Office PowerPoint</Application>
  <PresentationFormat>Widescreen</PresentationFormat>
  <Paragraphs>47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Titre du cours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Claude Martin jr.</dc:creator>
  <cp:lastModifiedBy>Angela Weber</cp:lastModifiedBy>
  <cp:revision>1</cp:revision>
  <dcterms:created xsi:type="dcterms:W3CDTF">2025-03-08T04:10:18Z</dcterms:created>
  <dcterms:modified xsi:type="dcterms:W3CDTF">2025-04-03T06:40:07Z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0x0101003ADC855F44150F4C859F2B3AB85CE41D</vt:lpwstr>
  </property>
  <property fmtid="{D5CDD505-2E9C-101B-9397-08002B2CF9AE}" pid="3" name="MediaServiceImageTags">
    <vt:lpwstr/>
  </property>
</Properties>
</file>