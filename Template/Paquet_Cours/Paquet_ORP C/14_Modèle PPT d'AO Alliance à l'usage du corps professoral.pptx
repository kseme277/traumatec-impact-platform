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67" r:id="rId3"/>
    <p:sldId id="268" r:id="rId4"/>
    <p:sldId id="265" r:id="rId5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52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84" autoAdjust="0"/>
    <p:restoredTop sz="94660"/>
  </p:normalViewPr>
  <p:slideViewPr>
    <p:cSldViewPr>
      <p:cViewPr varScale="1">
        <p:scale>
          <a:sx n="109" d="100"/>
          <a:sy n="109" d="100"/>
        </p:scale>
        <p:origin x="179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A8FBD2-C258-401D-A184-E2C534636D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99EF7-4AA2-43B4-9BF8-FA4D2C45FB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45EA5-3096-482C-9F18-A3090578417B}" type="datetimeFigureOut">
              <a:rPr lang="de-CH" smtClean="0"/>
              <a:t>16.01.2020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38648A-D526-480F-AA7C-A81C90AB45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1E1C6-443C-4F5A-BFCB-9645371A35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5F9E8-D327-41D3-BB07-E6100C9DEAC4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3034264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CEA10-42E0-46F7-9BE6-1CAE0CB07C64}" type="datetimeFigureOut">
              <a:rPr lang="de-CH" smtClean="0"/>
              <a:t>16.01.2020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1FE3D-A298-4112-A47E-ECFCE41C5A5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862723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722511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68296"/>
            <a:ext cx="6400800" cy="62292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de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E3CBB1-14C8-417B-B0EC-806AE0C0C522}"/>
              </a:ext>
            </a:extLst>
          </p:cNvPr>
          <p:cNvSpPr/>
          <p:nvPr userDrawn="1"/>
        </p:nvSpPr>
        <p:spPr>
          <a:xfrm>
            <a:off x="35496" y="6356350"/>
            <a:ext cx="864096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9484B9-210A-4C53-990A-317FE0C3EA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69484"/>
            <a:ext cx="4797629" cy="147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862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4726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4699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0150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CH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77168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9222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FCCD6-7AA8-400E-9ED4-1210B261B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CE63D3-369B-4377-9062-4D195D0E80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EAAA47-A208-45EE-8A69-BBD906148EF2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8F607D-917A-4D1F-BD3F-CEEE7B0395AA}"/>
              </a:ext>
            </a:extLst>
          </p:cNvPr>
          <p:cNvSpPr/>
          <p:nvPr userDrawn="1"/>
        </p:nvSpPr>
        <p:spPr>
          <a:xfrm>
            <a:off x="107504" y="6237312"/>
            <a:ext cx="93610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9791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de-C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AAA47-A208-45EE-8A69-BBD906148EF2}" type="slidenum">
              <a:rPr lang="de-CH" smtClean="0"/>
              <a:t>‹#›</a:t>
            </a:fld>
            <a:endParaRPr lang="de-C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0CFAC2-BA83-4580-9075-9F2A854D23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334"/>
          <a:stretch/>
        </p:blipFill>
        <p:spPr>
          <a:xfrm>
            <a:off x="102622" y="6376243"/>
            <a:ext cx="436930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4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29529B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29529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A396E5C-384E-410A-AE53-47BE55C804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E8231BE-C489-4D3F-A2ED-4960CE74E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968296"/>
            <a:ext cx="7772400" cy="622920"/>
          </a:xfrm>
        </p:spPr>
        <p:txBody>
          <a:bodyPr/>
          <a:lstStyle/>
          <a:p>
            <a:endParaRPr lang="de-C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D62543-965A-4FAF-812B-6A1DC9BE2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69484"/>
            <a:ext cx="4797629" cy="147002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B1ACCAC2-B850-4592-A09D-6541C536C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508" y="5097107"/>
            <a:ext cx="4236980" cy="1569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375" tIns="45688" rIns="91375" bIns="45688">
            <a:spAutoFit/>
          </a:bodyPr>
          <a:lstStyle>
            <a:lvl1pPr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1pPr>
            <a:lvl2pPr marL="742950" indent="-285750"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2pPr>
            <a:lvl3pPr marL="1143000" indent="-228600"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3pPr>
            <a:lvl4pPr marL="1600200" indent="-228600"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4pPr>
            <a:lvl5pPr marL="2057400" indent="-228600"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ü"/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ü"/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ü"/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ü"/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29529B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Date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29529B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AOA Course–Xxx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fr-FR" sz="2400" dirty="0">
                <a:solidFill>
                  <a:srgbClr val="29529B"/>
                </a:solidFill>
                <a:latin typeface="Arial" pitchFamily="34" charset="0"/>
              </a:rPr>
              <a:t>Xxx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29529B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xxx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3D2D48CB-3B4F-4593-A77D-3B2803DA7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097107"/>
            <a:ext cx="3886200" cy="141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1pPr>
            <a:lvl2pPr marL="742950" indent="-285750"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2pPr>
            <a:lvl3pPr marL="1143000" indent="-228600"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3pPr>
            <a:lvl4pPr marL="1600200" indent="-228600"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4pPr>
            <a:lvl5pPr marL="2057400" indent="-228600"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ü"/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ü"/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ü"/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ü"/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29529B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Name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29529B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Country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fr-F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142E4A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998063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BA21C-5EBE-4FB8-98AF-D35BCCAD3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FEEF1-F9C0-4381-9965-F62272521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94B3F-6770-48C3-B982-593B2AD6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3799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739A50-B497-4C79-9426-EF06B6EBC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31BBE5-05BC-44B2-9410-2145C78DB7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AD638E-9FDF-45BD-97AD-2105915408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CF55B-F550-442D-BB06-4F2155C32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5906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DAF041-149A-41ED-A9E3-4D2D30D5F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05BD0-4EEB-4A22-8C65-27F750382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EAAA47-A208-45EE-8A69-BBD906148EF2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9067512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aof_colors_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9529B"/>
      </a:accent1>
      <a:accent2>
        <a:srgbClr val="F08A00"/>
      </a:accent2>
      <a:accent3>
        <a:srgbClr val="83D0F0"/>
      </a:accent3>
      <a:accent4>
        <a:srgbClr val="B6C600"/>
      </a:accent4>
      <a:accent5>
        <a:srgbClr val="747476"/>
      </a:accent5>
      <a:accent6>
        <a:srgbClr val="FFD91A"/>
      </a:accent6>
      <a:hlink>
        <a:srgbClr val="29529B"/>
      </a:hlink>
      <a:folHlink>
        <a:srgbClr val="29529B"/>
      </a:folHlink>
    </a:clrScheme>
    <a:fontScheme name="aof_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D867FCE-DB71-4DA8-8B9A-21BA7DA43ADF}" vid="{818BE0A8-0ACF-4CDA-A45B-885CD0558E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13</Words>
  <Application>Microsoft Office PowerPoint</Application>
  <PresentationFormat>On-screen Show (4:3)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Default Theme</vt:lpstr>
      <vt:lpstr>PowerPoint Presentation</vt:lpstr>
      <vt:lpstr>PowerPoint Presentation</vt:lpstr>
      <vt:lpstr>PowerPoint Presentation</vt:lpstr>
      <vt:lpstr>PowerPoint Presentation</vt:lpstr>
    </vt:vector>
  </TitlesOfParts>
  <Company>AO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Claude Martin jr.</dc:creator>
  <cp:lastModifiedBy>Susanne Baeuerle</cp:lastModifiedBy>
  <cp:revision>20</cp:revision>
  <dcterms:created xsi:type="dcterms:W3CDTF">2020-01-12T08:01:26Z</dcterms:created>
  <dcterms:modified xsi:type="dcterms:W3CDTF">2020-01-16T11:12:21Z</dcterms:modified>
</cp:coreProperties>
</file>